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69" r:id="rId4"/>
  </p:sldMasterIdLst>
  <p:notesMasterIdLst>
    <p:notesMasterId r:id="rId22"/>
  </p:notesMasterIdLst>
  <p:sldIdLst>
    <p:sldId id="351" r:id="rId5"/>
    <p:sldId id="352" r:id="rId6"/>
    <p:sldId id="391" r:id="rId7"/>
    <p:sldId id="353" r:id="rId8"/>
    <p:sldId id="354" r:id="rId9"/>
    <p:sldId id="392" r:id="rId10"/>
    <p:sldId id="394" r:id="rId11"/>
    <p:sldId id="356" r:id="rId12"/>
    <p:sldId id="388" r:id="rId13"/>
    <p:sldId id="405" r:id="rId14"/>
    <p:sldId id="359" r:id="rId15"/>
    <p:sldId id="360" r:id="rId16"/>
    <p:sldId id="361" r:id="rId17"/>
    <p:sldId id="362" r:id="rId18"/>
    <p:sldId id="363" r:id="rId19"/>
    <p:sldId id="370" r:id="rId20"/>
    <p:sldId id="39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6196" autoAdjust="0"/>
  </p:normalViewPr>
  <p:slideViewPr>
    <p:cSldViewPr snapToGrid="0" showGuides="1">
      <p:cViewPr varScale="1">
        <p:scale>
          <a:sx n="81" d="100"/>
          <a:sy n="81" d="100"/>
        </p:scale>
        <p:origin x="701"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7"/>
            <a:ext cx="10363200" cy="1470025"/>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828801"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a:xfrm>
            <a:off x="609599" y="6356352"/>
            <a:ext cx="2844800" cy="365125"/>
          </a:xfrm>
          <a:prstGeom prst="rect">
            <a:avLst/>
          </a:prstGeom>
        </p:spPr>
        <p:txBody>
          <a:bodyPr/>
          <a:lstStyle/>
          <a:p>
            <a:fld id="{D31D19E3-68ED-4BEA-B59C-2A66F0BA1200}" type="datetimeFigureOut">
              <a:rPr lang="en-US" smtClean="0"/>
            </a:fld>
            <a:endParaRPr lang="en-US"/>
          </a:p>
        </p:txBody>
      </p:sp>
      <p:sp>
        <p:nvSpPr>
          <p:cNvPr id="5" name="Footer Placeholder 4"/>
          <p:cNvSpPr>
            <a:spLocks noGrp="1"/>
          </p:cNvSpPr>
          <p:nvPr>
            <p:ph type="ftr" sz="quarter" idx="11"/>
          </p:nvPr>
        </p:nvSpPr>
        <p:spPr>
          <a:xfrm>
            <a:off x="4165601" y="6356352"/>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1" y="6356352"/>
            <a:ext cx="2844800" cy="365125"/>
          </a:xfrm>
          <a:prstGeom prst="rect">
            <a:avLst/>
          </a:prstGeom>
        </p:spPr>
        <p:txBody>
          <a:bodyPr/>
          <a:lstStyle/>
          <a:p>
            <a:fld id="{C0D29EB6-B318-4A1D-B7CC-D5611AD205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Our Team LAYOUT</a:t>
            </a:r>
            <a:endParaRPr lang="en-US" altLang="ko-KR" dirty="0"/>
          </a:p>
        </p:txBody>
      </p:sp>
      <p:sp>
        <p:nvSpPr>
          <p:cNvPr id="4" name="그림 개체 틀 2"/>
          <p:cNvSpPr>
            <a:spLocks noGrp="1"/>
          </p:cNvSpPr>
          <p:nvPr>
            <p:ph type="pic" sz="quarter" idx="14" hasCustomPrompt="1"/>
          </p:nvPr>
        </p:nvSpPr>
        <p:spPr>
          <a:xfrm>
            <a:off x="905524" y="1837041"/>
            <a:ext cx="2268000" cy="1986288"/>
          </a:xfrm>
          <a:prstGeom prst="rect">
            <a:avLst/>
          </a:prstGeom>
          <a:solidFill>
            <a:schemeClr val="bg1">
              <a:lumMod val="95000"/>
            </a:schemeClr>
          </a:solidFill>
          <a:ln w="25400">
            <a:solidFill>
              <a:schemeClr val="accent1"/>
            </a:solid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9" name="그림 개체 틀 2"/>
          <p:cNvSpPr>
            <a:spLocks noGrp="1"/>
          </p:cNvSpPr>
          <p:nvPr>
            <p:ph type="pic" sz="quarter" idx="33" hasCustomPrompt="1"/>
          </p:nvPr>
        </p:nvSpPr>
        <p:spPr>
          <a:xfrm>
            <a:off x="3603313" y="1837041"/>
            <a:ext cx="2268000" cy="1986288"/>
          </a:xfrm>
          <a:prstGeom prst="rect">
            <a:avLst/>
          </a:prstGeom>
          <a:solidFill>
            <a:schemeClr val="bg1">
              <a:lumMod val="95000"/>
            </a:schemeClr>
          </a:solidFill>
          <a:ln w="25400">
            <a:solidFill>
              <a:schemeClr val="accent2"/>
            </a:solidFill>
          </a:ln>
        </p:spPr>
        <p:txBody>
          <a:bodyPr anchor="ctr"/>
          <a:lstStyle>
            <a:lvl1pPr algn="ctr">
              <a:lnSpc>
                <a:spcPct val="100000"/>
              </a:lnSpc>
              <a:defRPr lang="ko-KR" altLang="en-US" sz="1200" dirty="0">
                <a:solidFill>
                  <a:schemeClr val="tx1">
                    <a:lumMod val="75000"/>
                    <a:lumOff val="25000"/>
                  </a:schemeClr>
                </a:solidFill>
              </a:defRPr>
            </a:lvl1pPr>
          </a:lstStyle>
          <a:p>
            <a:pPr marL="0" lvl="0" indent="0" algn="ctr">
              <a:buNone/>
            </a:pPr>
            <a:r>
              <a:rPr lang="en-US" altLang="ko-KR" dirty="0"/>
              <a:t>Place Your Picture Here</a:t>
            </a:r>
            <a:endParaRPr lang="ko-KR" altLang="en-US" dirty="0"/>
          </a:p>
        </p:txBody>
      </p:sp>
      <p:sp>
        <p:nvSpPr>
          <p:cNvPr id="14" name="그림 개체 틀 2"/>
          <p:cNvSpPr>
            <a:spLocks noGrp="1"/>
          </p:cNvSpPr>
          <p:nvPr>
            <p:ph type="pic" sz="quarter" idx="38" hasCustomPrompt="1"/>
          </p:nvPr>
        </p:nvSpPr>
        <p:spPr>
          <a:xfrm>
            <a:off x="6301102" y="1837041"/>
            <a:ext cx="2268000" cy="1986288"/>
          </a:xfrm>
          <a:prstGeom prst="rect">
            <a:avLst/>
          </a:prstGeom>
          <a:solidFill>
            <a:schemeClr val="bg1">
              <a:lumMod val="95000"/>
            </a:schemeClr>
          </a:solidFill>
          <a:ln w="25400">
            <a:solidFill>
              <a:schemeClr val="accent3"/>
            </a:solidFill>
          </a:ln>
        </p:spPr>
        <p:txBody>
          <a:bodyPr anchor="ctr"/>
          <a:lstStyle>
            <a:lvl1pPr algn="ctr">
              <a:lnSpc>
                <a:spcPct val="100000"/>
              </a:lnSpc>
              <a:defRPr lang="ko-KR" altLang="en-US" sz="1200" dirty="0">
                <a:solidFill>
                  <a:schemeClr val="tx1">
                    <a:lumMod val="75000"/>
                    <a:lumOff val="25000"/>
                  </a:schemeClr>
                </a:solidFill>
              </a:defRPr>
            </a:lvl1pPr>
          </a:lstStyle>
          <a:p>
            <a:pPr marL="0" lvl="0" indent="0" algn="ctr">
              <a:buNone/>
            </a:pPr>
            <a:r>
              <a:rPr lang="en-US" altLang="ko-KR" dirty="0"/>
              <a:t>Place Your Picture Here</a:t>
            </a:r>
            <a:endParaRPr lang="ko-KR" altLang="en-US" dirty="0"/>
          </a:p>
        </p:txBody>
      </p:sp>
      <p:sp>
        <p:nvSpPr>
          <p:cNvPr id="15" name="그림 개체 틀 2"/>
          <p:cNvSpPr>
            <a:spLocks noGrp="1"/>
          </p:cNvSpPr>
          <p:nvPr>
            <p:ph type="pic" sz="quarter" idx="43" hasCustomPrompt="1"/>
          </p:nvPr>
        </p:nvSpPr>
        <p:spPr>
          <a:xfrm>
            <a:off x="9016308" y="1837041"/>
            <a:ext cx="2268000" cy="1986288"/>
          </a:xfrm>
          <a:prstGeom prst="rect">
            <a:avLst/>
          </a:prstGeom>
          <a:solidFill>
            <a:schemeClr val="bg1">
              <a:lumMod val="95000"/>
            </a:schemeClr>
          </a:solidFill>
          <a:ln w="25400">
            <a:solidFill>
              <a:schemeClr val="accent4"/>
            </a:solidFill>
          </a:ln>
        </p:spPr>
        <p:txBody>
          <a:bodyPr anchor="ctr"/>
          <a:lstStyle>
            <a:lvl1pPr algn="ctr">
              <a:lnSpc>
                <a:spcPct val="100000"/>
              </a:lnSpc>
              <a:defRPr lang="ko-KR" altLang="en-US" sz="1200" dirty="0">
                <a:solidFill>
                  <a:schemeClr val="tx1">
                    <a:lumMod val="75000"/>
                    <a:lumOff val="25000"/>
                  </a:schemeClr>
                </a:solidFill>
              </a:defRPr>
            </a:lvl1pPr>
          </a:lstStyle>
          <a:p>
            <a:pPr marL="0" lvl="0" indent="0" algn="ctr">
              <a:buNone/>
            </a:pPr>
            <a:r>
              <a:rPr lang="en-US" altLang="ko-KR" dirty="0"/>
              <a:t>Place Your Picture Here</a:t>
            </a:r>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Rectangle 1"/>
          <p:cNvSpPr/>
          <p:nvPr userDrawn="1"/>
        </p:nvSpPr>
        <p:spPr>
          <a:xfrm>
            <a:off x="3397776" y="2717708"/>
            <a:ext cx="8794226" cy="2404870"/>
          </a:xfrm>
          <a:prstGeom prst="rect">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3"/>
          <p:cNvGrpSpPr/>
          <p:nvPr userDrawn="1"/>
        </p:nvGrpSpPr>
        <p:grpSpPr>
          <a:xfrm>
            <a:off x="733478" y="1571013"/>
            <a:ext cx="2664296" cy="4683693"/>
            <a:chOff x="445712" y="1449040"/>
            <a:chExt cx="2113018" cy="3924176"/>
          </a:xfrm>
        </p:grpSpPr>
        <p:sp>
          <p:nvSpPr>
            <p:cNvPr id="4" name="Rounded Rectangle 4"/>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5" name="Rectangle 5"/>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6" name="Group 6"/>
            <p:cNvGrpSpPr/>
            <p:nvPr userDrawn="1"/>
          </p:nvGrpSpPr>
          <p:grpSpPr>
            <a:xfrm>
              <a:off x="1407705" y="5045834"/>
              <a:ext cx="211967" cy="211967"/>
              <a:chOff x="1549420" y="5712364"/>
              <a:chExt cx="312583" cy="312583"/>
            </a:xfrm>
          </p:grpSpPr>
          <p:sp>
            <p:nvSpPr>
              <p:cNvPr id="7" name="Oval 7"/>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ounded Rectangle 8"/>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9" name="Picture Placeholder 2"/>
          <p:cNvSpPr>
            <a:spLocks noGrp="1"/>
          </p:cNvSpPr>
          <p:nvPr>
            <p:ph type="pic" idx="12" hasCustomPrompt="1"/>
          </p:nvPr>
        </p:nvSpPr>
        <p:spPr>
          <a:xfrm>
            <a:off x="921396" y="1982583"/>
            <a:ext cx="2288460" cy="3753075"/>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grpSp>
        <p:nvGrpSpPr>
          <p:cNvPr id="2" name="Group 1"/>
          <p:cNvGrpSpPr/>
          <p:nvPr userDrawn="1"/>
        </p:nvGrpSpPr>
        <p:grpSpPr>
          <a:xfrm>
            <a:off x="3095065" y="1780189"/>
            <a:ext cx="6001870" cy="3297621"/>
            <a:chOff x="-548507" y="477868"/>
            <a:chExt cx="11570449" cy="6357177"/>
          </a:xfrm>
        </p:grpSpPr>
        <p:sp>
          <p:nvSpPr>
            <p:cNvPr id="3" name="Freeform: Shape 2"/>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4" name="Freeform: Shape 3"/>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5" name="Freeform: Shape 4"/>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6" name="Freeform: Shape 5"/>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7" name="Freeform: Shape 6"/>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8" name="Group 7"/>
            <p:cNvGrpSpPr/>
            <p:nvPr/>
          </p:nvGrpSpPr>
          <p:grpSpPr>
            <a:xfrm>
              <a:off x="1606" y="6382978"/>
              <a:ext cx="413937" cy="115242"/>
              <a:chOff x="5955" y="6353672"/>
              <a:chExt cx="413937" cy="115242"/>
            </a:xfrm>
          </p:grpSpPr>
          <p:sp>
            <p:nvSpPr>
              <p:cNvPr id="13" name="Rectangle: Rounded Corners 12"/>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9855291" y="6381600"/>
              <a:ext cx="885989" cy="115242"/>
              <a:chOff x="5955" y="6353672"/>
              <a:chExt cx="413937" cy="115242"/>
            </a:xfrm>
          </p:grpSpPr>
          <p:sp>
            <p:nvSpPr>
              <p:cNvPr id="11" name="Rectangle: Rounded Corners 10"/>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reeform: Shape 9"/>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1" fmla="*/ 2536444 w 3976489"/>
                <a:gd name="connsiteY0-2" fmla="*/ 0 h 4238316"/>
                <a:gd name="connsiteX1-3" fmla="*/ 3976489 w 3976489"/>
                <a:gd name="connsiteY1-4" fmla="*/ 241371 h 4238316"/>
                <a:gd name="connsiteX2-5" fmla="*/ 3968307 w 3976489"/>
                <a:gd name="connsiteY2-6" fmla="*/ 4238316 h 4238316"/>
                <a:gd name="connsiteX3-7" fmla="*/ 0 w 3976489"/>
                <a:gd name="connsiteY3-8" fmla="*/ 4238316 h 4238316"/>
                <a:gd name="connsiteX0-9" fmla="*/ 2536444 w 3976489"/>
                <a:gd name="connsiteY0-10" fmla="*/ 0 h 4238316"/>
                <a:gd name="connsiteX1-11" fmla="*/ 3976489 w 3976489"/>
                <a:gd name="connsiteY1-12" fmla="*/ 213683 h 4238316"/>
                <a:gd name="connsiteX2-13" fmla="*/ 3968307 w 3976489"/>
                <a:gd name="connsiteY2-14" fmla="*/ 4238316 h 4238316"/>
                <a:gd name="connsiteX3-15" fmla="*/ 0 w 3976489"/>
                <a:gd name="connsiteY3-16" fmla="*/ 4238316 h 4238316"/>
                <a:gd name="connsiteX0-17" fmla="*/ 2473335 w 3976489"/>
                <a:gd name="connsiteY0-18" fmla="*/ 0 h 4035268"/>
                <a:gd name="connsiteX1-19" fmla="*/ 3976489 w 3976489"/>
                <a:gd name="connsiteY1-20" fmla="*/ 10635 h 4035268"/>
                <a:gd name="connsiteX2-21" fmla="*/ 3968307 w 3976489"/>
                <a:gd name="connsiteY2-22" fmla="*/ 4035268 h 4035268"/>
                <a:gd name="connsiteX3-23" fmla="*/ 0 w 3976489"/>
                <a:gd name="connsiteY3-24" fmla="*/ 4035268 h 4035268"/>
              </a:gdLst>
              <a:ahLst/>
              <a:cxnLst>
                <a:cxn ang="0">
                  <a:pos x="connsiteX0-1" y="connsiteY0-2"/>
                </a:cxn>
                <a:cxn ang="0">
                  <a:pos x="connsiteX1-3" y="connsiteY1-4"/>
                </a:cxn>
                <a:cxn ang="0">
                  <a:pos x="connsiteX2-5" y="connsiteY2-6"/>
                </a:cxn>
                <a:cxn ang="0">
                  <a:pos x="connsiteX3-7" y="connsiteY3-8"/>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5" name="Picture Placeholder 2"/>
          <p:cNvSpPr>
            <a:spLocks noGrp="1"/>
          </p:cNvSpPr>
          <p:nvPr>
            <p:ph type="pic" idx="12" hasCustomPrompt="1"/>
          </p:nvPr>
        </p:nvSpPr>
        <p:spPr>
          <a:xfrm>
            <a:off x="3909754" y="1947860"/>
            <a:ext cx="4372493" cy="2669432"/>
          </a:xfrm>
          <a:prstGeom prst="rect">
            <a:avLst/>
          </a:prstGeom>
          <a:solidFill>
            <a:schemeClr val="bg1">
              <a:lumMod val="95000"/>
            </a:schemeClr>
          </a:solidFill>
          <a:ln w="12700">
            <a:noFill/>
          </a:ln>
        </p:spPr>
        <p:txBody>
          <a:bodyPr anchor="ctr"/>
          <a:lstStyle>
            <a:lvl1pPr marL="0" indent="0" algn="ctr">
              <a:buNone/>
              <a:defRPr sz="16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6"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PNG &amp; Shapes Layout</a:t>
            </a:r>
            <a:endParaRPr lang="en-US" altLang="ko-K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Icon Sets Layout</a:t>
            </a:r>
            <a:endParaRPr lang="en-US" altLang="ko-KR" dirty="0"/>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solidFill>
                <a:schemeClr val="tx1">
                  <a:lumMod val="85000"/>
                  <a:lumOff val="15000"/>
                </a:schemeClr>
              </a:solidFill>
            </a:endParaRPr>
          </a:p>
        </p:txBody>
      </p:sp>
      <p:sp>
        <p:nvSpPr>
          <p:cNvPr id="58" name="TextBox 57"/>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anose="020B0604020202020204" pitchFamily="34" charset="0"/>
                <a:cs typeface="Arial" panose="020B0604020202020204" pitchFamily="34" charset="0"/>
              </a:rPr>
              <a:t>You can Resize without losing quality</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59" name="TextBox 58"/>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anose="020B0604020202020204" pitchFamily="34" charset="0"/>
                <a:cs typeface="Arial" panose="020B0604020202020204" pitchFamily="34" charset="0"/>
              </a:rPr>
              <a:t>You can Change Fill Color &amp;</a:t>
            </a:r>
            <a:endParaRPr lang="en-US" altLang="ko-KR" sz="1400" b="1" dirty="0">
              <a:solidFill>
                <a:schemeClr val="bg1"/>
              </a:solidFill>
              <a:latin typeface="Arial" panose="020B0604020202020204" pitchFamily="34" charset="0"/>
              <a:cs typeface="Arial" panose="020B0604020202020204" pitchFamily="34" charset="0"/>
            </a:endParaRPr>
          </a:p>
          <a:p>
            <a:r>
              <a:rPr lang="en-US" altLang="ko-KR" sz="1400" b="1" dirty="0">
                <a:solidFill>
                  <a:schemeClr val="bg1"/>
                </a:solidFill>
                <a:latin typeface="Arial" panose="020B0604020202020204" pitchFamily="34" charset="0"/>
                <a:cs typeface="Arial" panose="020B0604020202020204" pitchFamily="34" charset="0"/>
              </a:rPr>
              <a:t>Line Color</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60" name="TextBox 59"/>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anose="020B0604020202020204" pitchFamily="34" charset="0"/>
                <a:cs typeface="Arial" panose="020B0604020202020204" pitchFamily="34" charset="0"/>
              </a:rPr>
              <a:t>www.allppt.com</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61" name="TextBox 60"/>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anose="020B0604020202020204" pitchFamily="34" charset="0"/>
              </a:rPr>
              <a:t>FREE </a:t>
            </a:r>
            <a:endParaRPr lang="en-US" altLang="ko-KR" sz="2800" b="1" dirty="0">
              <a:solidFill>
                <a:schemeClr val="bg1"/>
              </a:solidFill>
              <a:latin typeface="+mn-lt"/>
              <a:ea typeface="+mn-ea"/>
              <a:cs typeface="Arial" panose="020B0604020202020204" pitchFamily="34" charset="0"/>
            </a:endParaRPr>
          </a:p>
          <a:p>
            <a:r>
              <a:rPr lang="en-US" altLang="ko-KR" sz="2800" b="1" dirty="0">
                <a:solidFill>
                  <a:schemeClr val="bg1"/>
                </a:solidFill>
                <a:latin typeface="+mn-lt"/>
                <a:ea typeface="+mn-ea"/>
                <a:cs typeface="Arial" panose="020B0604020202020204" pitchFamily="34" charset="0"/>
              </a:rPr>
              <a:t>PPT TEMPLATES</a:t>
            </a:r>
            <a:endParaRPr lang="en-US" altLang="ko-KR" sz="2800" b="1" dirty="0">
              <a:solidFill>
                <a:schemeClr val="bg1"/>
              </a:solidFill>
              <a:latin typeface="+mn-lt"/>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7" Type="http://schemas.openxmlformats.org/officeDocument/2006/relationships/theme" Target="../theme/theme2.xml"/><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0.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66397" y="219741"/>
            <a:ext cx="7859203" cy="706755"/>
          </a:xfrm>
          <a:prstGeom prst="rect">
            <a:avLst/>
          </a:prstGeom>
          <a:noFill/>
        </p:spPr>
        <p:txBody>
          <a:bodyPr wrap="square" rtlCol="0">
            <a:spAutoFit/>
          </a:bodyPr>
          <a:lstStyle/>
          <a:p>
            <a:pPr algn="ctr"/>
            <a:r>
              <a:rPr lang="en-US" sz="4000" b="1" dirty="0">
                <a:solidFill>
                  <a:schemeClr val="accent4"/>
                </a:solidFill>
                <a:latin typeface="Cambria" panose="02040503050406030204" pitchFamily="18" charset="0"/>
                <a:ea typeface="Cambria" panose="02040503050406030204" pitchFamily="18" charset="0"/>
              </a:rPr>
              <a:t>BookNest</a:t>
            </a:r>
            <a:endParaRPr lang="en-US" sz="4000" b="1" dirty="0">
              <a:solidFill>
                <a:schemeClr val="accent4"/>
              </a:solidFill>
              <a:latin typeface="Cambria" panose="02040503050406030204" pitchFamily="18" charset="0"/>
              <a:ea typeface="Cambria" panose="02040503050406030204" pitchFamily="18" charset="0"/>
            </a:endParaRPr>
          </a:p>
        </p:txBody>
      </p:sp>
      <p:sp>
        <p:nvSpPr>
          <p:cNvPr id="7" name="Rectangle 6"/>
          <p:cNvSpPr/>
          <p:nvPr/>
        </p:nvSpPr>
        <p:spPr>
          <a:xfrm>
            <a:off x="0" y="5487035"/>
            <a:ext cx="12192000" cy="1370965"/>
          </a:xfrm>
          <a:prstGeom prst="rect">
            <a:avLst/>
          </a:prstGeom>
          <a:solidFill>
            <a:srgbClr val="00B0F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bg1"/>
                </a:solidFill>
                <a:latin typeface="Cambria" panose="02040503050406030204" pitchFamily="18" charset="0"/>
                <a:ea typeface="Cambria" panose="02040503050406030204" pitchFamily="18" charset="0"/>
              </a:rPr>
              <a:t>Presented By:-</a:t>
            </a:r>
            <a:endParaRPr lang="en-US" sz="800" dirty="0">
              <a:solidFill>
                <a:schemeClr val="bg1"/>
              </a:solidFill>
              <a:latin typeface="Cambria" panose="02040503050406030204" pitchFamily="18" charset="0"/>
              <a:ea typeface="Cambria" panose="02040503050406030204" pitchFamily="18" charset="0"/>
            </a:endParaRPr>
          </a:p>
          <a:p>
            <a:pPr algn="ctr"/>
            <a:r>
              <a:rPr lang="en-US" sz="2000" dirty="0">
                <a:solidFill>
                  <a:schemeClr val="bg1"/>
                </a:solidFill>
                <a:latin typeface="Cambria" panose="02040503050406030204" pitchFamily="18" charset="0"/>
                <a:ea typeface="Cambria" panose="02040503050406030204" pitchFamily="18" charset="0"/>
              </a:rPr>
              <a:t>Akash Vispute </a:t>
            </a:r>
            <a:endParaRPr lang="en-US" sz="2000" dirty="0">
              <a:solidFill>
                <a:schemeClr val="bg1"/>
              </a:solidFill>
              <a:latin typeface="Cambria" panose="02040503050406030204" pitchFamily="18" charset="0"/>
              <a:ea typeface="Cambria" panose="02040503050406030204" pitchFamily="18" charset="0"/>
            </a:endParaRPr>
          </a:p>
          <a:p>
            <a:pPr algn="ctr"/>
            <a:r>
              <a:rPr lang="en-US" sz="2000" dirty="0">
                <a:solidFill>
                  <a:schemeClr val="bg1"/>
                </a:solidFill>
                <a:latin typeface="Cambria" panose="02040503050406030204" pitchFamily="18" charset="0"/>
                <a:ea typeface="Cambria" panose="02040503050406030204" pitchFamily="18" charset="0"/>
              </a:rPr>
              <a:t>Mayuresh Suryavanshi</a:t>
            </a:r>
            <a:endParaRPr lang="en-US" sz="800" dirty="0">
              <a:solidFill>
                <a:schemeClr val="bg1"/>
              </a:solidFill>
              <a:latin typeface="Cambria" panose="02040503050406030204" pitchFamily="18" charset="0"/>
              <a:ea typeface="Cambria" panose="02040503050406030204" pitchFamily="18" charset="0"/>
            </a:endParaRPr>
          </a:p>
          <a:p>
            <a:pPr algn="ctr"/>
            <a:endParaRPr lang="en-US" sz="2800" dirty="0">
              <a:solidFill>
                <a:schemeClr val="bg1"/>
              </a:solidFill>
              <a:latin typeface="Cambria" panose="02040503050406030204" pitchFamily="18" charset="0"/>
              <a:ea typeface="Cambria" panose="02040503050406030204" pitchFamily="18" charset="0"/>
            </a:endParaRPr>
          </a:p>
        </p:txBody>
      </p:sp>
      <p:pic>
        <p:nvPicPr>
          <p:cNvPr id="2" name="Picture 1"/>
          <p:cNvPicPr/>
          <p:nvPr/>
        </p:nvPicPr>
        <p:blipFill>
          <a:blip r:embed="rId1"/>
          <a:stretch>
            <a:fillRect/>
          </a:stretch>
        </p:blipFill>
        <p:spPr>
          <a:xfrm>
            <a:off x="2632710" y="1059815"/>
            <a:ext cx="6926580" cy="4184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342692"/>
            <a:ext cx="7601830" cy="1005840"/>
            <a:chOff x="0" y="545888"/>
            <a:chExt cx="7601830" cy="1005840"/>
          </a:xfrm>
        </p:grpSpPr>
        <p:sp>
          <p:nvSpPr>
            <p:cNvPr id="6" name="Arrow: Chevron 17"/>
            <p:cNvSpPr/>
            <p:nvPr/>
          </p:nvSpPr>
          <p:spPr>
            <a:xfrm>
              <a:off x="6663477" y="545888"/>
              <a:ext cx="731520" cy="1005840"/>
            </a:xfrm>
            <a:prstGeom prst="chevron">
              <a:avLst>
                <a:gd name="adj" fmla="val 56731"/>
              </a:avLst>
            </a:prstGeom>
            <a:solidFill>
              <a:schemeClr val="accent4">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row: Pentagon 1"/>
            <p:cNvSpPr/>
            <p:nvPr/>
          </p:nvSpPr>
          <p:spPr>
            <a:xfrm>
              <a:off x="0" y="545888"/>
              <a:ext cx="6427177" cy="1005840"/>
            </a:xfrm>
            <a:prstGeom prst="homePlate">
              <a:avLst>
                <a:gd name="adj" fmla="val 4090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Introduction</a:t>
              </a:r>
              <a:endParaRPr lang="en-US" sz="4400" dirty="0">
                <a:latin typeface="Cambria" panose="02040503050406030204" pitchFamily="18" charset="0"/>
                <a:ea typeface="Cambria" panose="02040503050406030204" pitchFamily="18" charset="0"/>
              </a:endParaRPr>
            </a:p>
          </p:txBody>
        </p:sp>
        <p:sp>
          <p:nvSpPr>
            <p:cNvPr id="8" name="Arrow: Chevron 18"/>
            <p:cNvSpPr/>
            <p:nvPr/>
          </p:nvSpPr>
          <p:spPr>
            <a:xfrm>
              <a:off x="7053190" y="545888"/>
              <a:ext cx="548640" cy="1005840"/>
            </a:xfrm>
            <a:prstGeom prst="chevron">
              <a:avLst>
                <a:gd name="adj" fmla="val 747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Chevron 19"/>
            <p:cNvSpPr/>
            <p:nvPr/>
          </p:nvSpPr>
          <p:spPr>
            <a:xfrm>
              <a:off x="6083373" y="545888"/>
              <a:ext cx="914400" cy="1005840"/>
            </a:xfrm>
            <a:prstGeom prst="chevron">
              <a:avLst>
                <a:gd name="adj" fmla="val 45057"/>
              </a:avLst>
            </a:prstGeom>
            <a:solidFill>
              <a:schemeClr val="accent4">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Box 10"/>
          <p:cNvSpPr txBox="1"/>
          <p:nvPr/>
        </p:nvSpPr>
        <p:spPr>
          <a:xfrm>
            <a:off x="333829" y="1756230"/>
            <a:ext cx="11625942" cy="3322955"/>
          </a:xfrm>
          <a:prstGeom prst="rect">
            <a:avLst/>
          </a:prstGeom>
          <a:noFill/>
        </p:spPr>
        <p:txBody>
          <a:bodyPr wrap="square" rtlCol="0">
            <a:spAutoFit/>
          </a:bodyPr>
          <a:lstStyle/>
          <a:p>
            <a:pPr>
              <a:lnSpc>
                <a:spcPct val="150000"/>
              </a:lnSpc>
              <a:spcAft>
                <a:spcPts val="800"/>
              </a:spcAft>
            </a:pPr>
            <a:r>
              <a:rPr lang="en-US" altLang="en-US" sz="2800" kern="100" dirty="0">
                <a:effectLst/>
                <a:latin typeface="Calibri" panose="020F0502020204030204" pitchFamily="34" charset="0"/>
                <a:ea typeface="Calibri" panose="020F0502020204030204" pitchFamily="34" charset="0"/>
                <a:cs typeface="Arial" panose="020B0604020202020204" pitchFamily="34" charset="0"/>
              </a:rPr>
              <a:t>BookNest is a web-based application that allows users to browse, search, and purchase books online. It provides a user-friendly interface for customers to explore the bookstore's catalog, add items to their cart, and complete transactions securely. Additionally, the system offers administrative capabilities for managing inventory, processing orders, and monitoring sales.</a:t>
            </a:r>
            <a:endParaRPr lang="en-US" altLang="en-US" sz="2800" kern="1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303363"/>
            <a:ext cx="6843252" cy="485248"/>
            <a:chOff x="0" y="545888"/>
            <a:chExt cx="7601830" cy="1005840"/>
          </a:xfrm>
          <a:solidFill>
            <a:schemeClr val="accent3">
              <a:lumMod val="60000"/>
              <a:lumOff val="40000"/>
            </a:schemeClr>
          </a:solidFill>
        </p:grpSpPr>
        <p:sp>
          <p:nvSpPr>
            <p:cNvPr id="11" name="Arrow: Chevron 17"/>
            <p:cNvSpPr/>
            <p:nvPr/>
          </p:nvSpPr>
          <p:spPr>
            <a:xfrm>
              <a:off x="6663477" y="545888"/>
              <a:ext cx="731520" cy="1005840"/>
            </a:xfrm>
            <a:prstGeom prst="chevron">
              <a:avLst>
                <a:gd name="adj" fmla="val 5673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Pentagon 1"/>
            <p:cNvSpPr/>
            <p:nvPr/>
          </p:nvSpPr>
          <p:spPr>
            <a:xfrm>
              <a:off x="0" y="545888"/>
              <a:ext cx="6427177" cy="1005840"/>
            </a:xfrm>
            <a:prstGeom prst="homePlate">
              <a:avLst>
                <a:gd name="adj" fmla="val 40909"/>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Technology Used </a:t>
              </a:r>
              <a:endParaRPr lang="en-US" sz="4400" dirty="0">
                <a:latin typeface="Cambria" panose="02040503050406030204" pitchFamily="18" charset="0"/>
                <a:ea typeface="Cambria" panose="02040503050406030204" pitchFamily="18" charset="0"/>
              </a:endParaRPr>
            </a:p>
          </p:txBody>
        </p:sp>
        <p:sp>
          <p:nvSpPr>
            <p:cNvPr id="13" name="Arrow: Chevron 18"/>
            <p:cNvSpPr/>
            <p:nvPr/>
          </p:nvSpPr>
          <p:spPr>
            <a:xfrm>
              <a:off x="7053190" y="545888"/>
              <a:ext cx="548640" cy="1005840"/>
            </a:xfrm>
            <a:prstGeom prst="chevron">
              <a:avLst>
                <a:gd name="adj" fmla="val 7470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hevron 19"/>
            <p:cNvSpPr/>
            <p:nvPr/>
          </p:nvSpPr>
          <p:spPr>
            <a:xfrm>
              <a:off x="6083373" y="545888"/>
              <a:ext cx="914400" cy="1005840"/>
            </a:xfrm>
            <a:prstGeom prst="chevron">
              <a:avLst>
                <a:gd name="adj" fmla="val 45057"/>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TextBox 19"/>
          <p:cNvSpPr txBox="1"/>
          <p:nvPr/>
        </p:nvSpPr>
        <p:spPr>
          <a:xfrm>
            <a:off x="668593" y="1042220"/>
            <a:ext cx="11248103" cy="4523105"/>
          </a:xfrm>
          <a:prstGeom prst="rect">
            <a:avLst/>
          </a:prstGeom>
          <a:noFill/>
        </p:spPr>
        <p:txBody>
          <a:bodyPr wrap="square">
            <a:spAutoFit/>
          </a:bodyPr>
          <a:lstStyle/>
          <a:p>
            <a:pPr marL="0" indent="0" algn="just">
              <a:buNone/>
            </a:pPr>
            <a:r>
              <a:rPr lang="en-IN" sz="2400" dirty="0">
                <a:latin typeface="Cambria" panose="02040503050406030204" pitchFamily="18" charset="0"/>
                <a:ea typeface="Cambria" panose="02040503050406030204" pitchFamily="18" charset="0"/>
                <a:cs typeface="Times New Roman" panose="02020603050405020304" pitchFamily="18" charset="0"/>
              </a:rPr>
              <a:t>We used Java Spring</a:t>
            </a:r>
            <a:r>
              <a:rPr lang="en-US" altLang="en-IN" sz="2400" dirty="0">
                <a:latin typeface="Cambria" panose="02040503050406030204" pitchFamily="18" charset="0"/>
                <a:ea typeface="Cambria" panose="02040503050406030204" pitchFamily="18" charset="0"/>
                <a:cs typeface="Times New Roman" panose="02020603050405020304" pitchFamily="18" charset="0"/>
              </a:rPr>
              <a:t>-Boot, Spring JPA, MySQL for database </a:t>
            </a:r>
            <a:endParaRPr lang="en-IN" sz="2400" dirty="0">
              <a:latin typeface="Cambria" panose="02040503050406030204" pitchFamily="18" charset="0"/>
              <a:ea typeface="Cambria" panose="02040503050406030204" pitchFamily="18" charset="0"/>
              <a:cs typeface="Times New Roman" panose="02020603050405020304" pitchFamily="18" charset="0"/>
            </a:endParaRPr>
          </a:p>
          <a:p>
            <a:pPr marL="0" indent="0" algn="just">
              <a:buNone/>
            </a:pPr>
            <a:endParaRPr lang="en-IN" sz="2400" dirty="0">
              <a:latin typeface="Cambria" panose="02040503050406030204" pitchFamily="18" charset="0"/>
              <a:ea typeface="Cambria" panose="02040503050406030204" pitchFamily="18" charset="0"/>
              <a:cs typeface="Times New Roman" panose="02020603050405020304" pitchFamily="18" charset="0"/>
            </a:endParaRPr>
          </a:p>
          <a:p>
            <a:pPr algn="just">
              <a:buFont typeface="Wingdings" panose="05000000000000000000" pitchFamily="2" charset="2"/>
              <a:buChar char="v"/>
            </a:pPr>
            <a:r>
              <a:rPr lang="en-US" sz="2400" b="0" i="0" dirty="0">
                <a:solidFill>
                  <a:schemeClr val="tx2">
                    <a:lumMod val="40000"/>
                    <a:lumOff val="60000"/>
                  </a:schemeClr>
                </a:solidFill>
                <a:effectLst/>
                <a:latin typeface="Cambria" panose="02040503050406030204" pitchFamily="18" charset="0"/>
                <a:ea typeface="Cambria" panose="02040503050406030204" pitchFamily="18" charset="0"/>
                <a:cs typeface="Times New Roman" panose="02020603050405020304" pitchFamily="18" charset="0"/>
              </a:rPr>
              <a:t> </a:t>
            </a:r>
            <a:r>
              <a:rPr lang="en-US" sz="2400" b="1" i="0" dirty="0">
                <a:solidFill>
                  <a:schemeClr val="tx2">
                    <a:lumMod val="40000"/>
                    <a:lumOff val="60000"/>
                  </a:schemeClr>
                </a:solidFill>
                <a:effectLst/>
                <a:latin typeface="Cambria" panose="02040503050406030204" pitchFamily="18" charset="0"/>
                <a:ea typeface="Cambria" panose="02040503050406030204" pitchFamily="18" charset="0"/>
                <a:cs typeface="Times New Roman" panose="02020603050405020304" pitchFamily="18" charset="0"/>
              </a:rPr>
              <a:t>Spring-Boot :–</a:t>
            </a:r>
            <a:r>
              <a:rPr lang="en-US" sz="2400" b="0" i="0" dirty="0">
                <a:solidFill>
                  <a:schemeClr val="tx2">
                    <a:lumMod val="40000"/>
                    <a:lumOff val="60000"/>
                  </a:schemeClr>
                </a:solidFill>
                <a:effectLst/>
                <a:latin typeface="Cambria" panose="02040503050406030204" pitchFamily="18" charset="0"/>
                <a:ea typeface="Cambria" panose="02040503050406030204" pitchFamily="18" charset="0"/>
                <a:cs typeface="Times New Roman" panose="02020603050405020304" pitchFamily="18" charset="0"/>
              </a:rPr>
              <a:t> </a:t>
            </a:r>
            <a:endParaRPr lang="en-US" sz="2400" b="0" i="0" dirty="0">
              <a:solidFill>
                <a:schemeClr val="tx2">
                  <a:lumMod val="40000"/>
                  <a:lumOff val="60000"/>
                </a:schemeClr>
              </a:solidFill>
              <a:effectLst/>
              <a:latin typeface="Cambria" panose="02040503050406030204" pitchFamily="18" charset="0"/>
              <a:ea typeface="Cambria" panose="02040503050406030204" pitchFamily="18" charset="0"/>
              <a:cs typeface="Times New Roman" panose="02020603050405020304" pitchFamily="18" charset="0"/>
            </a:endParaRPr>
          </a:p>
          <a:p>
            <a:pPr marL="594360" lvl="2" indent="0" algn="just">
              <a:buNone/>
            </a:pPr>
            <a:r>
              <a:rPr lang="en-US" sz="2400" b="0" i="0" dirty="0">
                <a:solidFill>
                  <a:srgbClr val="202124"/>
                </a:solidFill>
                <a:effectLst/>
                <a:latin typeface="Cambria" panose="02040503050406030204" pitchFamily="18" charset="0"/>
                <a:ea typeface="Cambria" panose="02040503050406030204" pitchFamily="18" charset="0"/>
                <a:cs typeface="Times New Roman" panose="02020603050405020304" pitchFamily="18" charset="0"/>
              </a:rPr>
              <a:t>	</a:t>
            </a:r>
            <a:r>
              <a:rPr lang="en-US" sz="2400" b="0" i="0" dirty="0">
                <a:effectLst/>
                <a:latin typeface="Cambria" panose="02040503050406030204" pitchFamily="18" charset="0"/>
                <a:ea typeface="Cambria" panose="02040503050406030204" pitchFamily="18" charset="0"/>
                <a:cs typeface="Times New Roman" panose="02020603050405020304" pitchFamily="18" charset="0"/>
              </a:rPr>
              <a:t>The main goal of the </a:t>
            </a:r>
            <a:r>
              <a:rPr lang="en-US" sz="2400" b="1" i="0" dirty="0">
                <a:effectLst/>
                <a:latin typeface="Cambria" panose="02040503050406030204" pitchFamily="18" charset="0"/>
                <a:ea typeface="Cambria" panose="02040503050406030204" pitchFamily="18" charset="0"/>
                <a:cs typeface="Times New Roman" panose="02020603050405020304" pitchFamily="18" charset="0"/>
              </a:rPr>
              <a:t>Spring Boot</a:t>
            </a:r>
            <a:r>
              <a:rPr lang="en-US" sz="2400" b="0" i="0" dirty="0">
                <a:effectLst/>
                <a:latin typeface="Cambria" panose="02040503050406030204" pitchFamily="18" charset="0"/>
                <a:ea typeface="Cambria" panose="02040503050406030204" pitchFamily="18" charset="0"/>
                <a:cs typeface="Times New Roman" panose="02020603050405020304" pitchFamily="18" charset="0"/>
              </a:rPr>
              <a:t> framework is to reduce overall development time and increase efficiency</a:t>
            </a:r>
            <a:r>
              <a:rPr lang="en-US" sz="2400" b="0" i="0" dirty="0">
                <a:solidFill>
                  <a:srgbClr val="202124"/>
                </a:solidFill>
                <a:effectLst/>
                <a:latin typeface="Cambria" panose="02040503050406030204" pitchFamily="18" charset="0"/>
                <a:ea typeface="Cambria" panose="02040503050406030204" pitchFamily="18" charset="0"/>
                <a:cs typeface="Times New Roman" panose="02020603050405020304" pitchFamily="18" charset="0"/>
              </a:rPr>
              <a:t>.</a:t>
            </a:r>
            <a:r>
              <a:rPr lang="en-US" sz="2400" dirty="0">
                <a:solidFill>
                  <a:schemeClr val="bg1"/>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React has become the first choice for frontend because it gives developers the ability to work with a virtual browser (more friendly than the real browser). Also, a JavaScript developer can become a productive developer in a few hours because there is a small API to learn, a few functions, and how to use them.</a:t>
            </a:r>
            <a:endParaRPr lang="en-US" sz="2400" dirty="0">
              <a:latin typeface="Cambria" panose="02040503050406030204" pitchFamily="18" charset="0"/>
              <a:ea typeface="Cambria" panose="02040503050406030204" pitchFamily="18" charset="0"/>
            </a:endParaRPr>
          </a:p>
          <a:p>
            <a:pPr marL="594360" lvl="2" indent="0" algn="just">
              <a:buNone/>
            </a:pPr>
            <a:endParaRPr lang="en-US" sz="2400" dirty="0">
              <a:latin typeface="Cambria" panose="02040503050406030204" pitchFamily="18" charset="0"/>
              <a:ea typeface="Cambria" panose="02040503050406030204" pitchFamily="18" charset="0"/>
            </a:endParaRPr>
          </a:p>
          <a:p>
            <a:pPr marL="594360" lvl="2" indent="0" algn="just">
              <a:buNone/>
            </a:pPr>
            <a:endParaRPr lang="en-US" sz="2400" dirty="0">
              <a:solidFill>
                <a:srgbClr val="202124"/>
              </a:solidFill>
              <a:latin typeface="Cambria" panose="02040503050406030204" pitchFamily="18" charset="0"/>
              <a:ea typeface="Cambria" panose="02040503050406030204" pitchFamily="18" charset="0"/>
              <a:cs typeface="Times New Roman" panose="02020603050405020304" pitchFamily="18" charset="0"/>
            </a:endParaRPr>
          </a:p>
          <a:p>
            <a:pPr indent="0" algn="just">
              <a:buFont typeface="Wingdings" panose="05000000000000000000" pitchFamily="2" charset="2"/>
              <a:buNone/>
            </a:pPr>
            <a:r>
              <a:rPr lang="en-US" sz="2400"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342692"/>
            <a:ext cx="7601830" cy="1005840"/>
            <a:chOff x="0" y="545888"/>
            <a:chExt cx="7601830" cy="1005840"/>
          </a:xfrm>
          <a:solidFill>
            <a:schemeClr val="accent3">
              <a:lumMod val="60000"/>
              <a:lumOff val="40000"/>
            </a:schemeClr>
          </a:solidFill>
        </p:grpSpPr>
        <p:sp>
          <p:nvSpPr>
            <p:cNvPr id="11" name="Arrow: Chevron 17"/>
            <p:cNvSpPr/>
            <p:nvPr/>
          </p:nvSpPr>
          <p:spPr>
            <a:xfrm>
              <a:off x="6663477" y="545888"/>
              <a:ext cx="731520" cy="1005840"/>
            </a:xfrm>
            <a:prstGeom prst="chevron">
              <a:avLst>
                <a:gd name="adj" fmla="val 56731"/>
              </a:avLst>
            </a:prstGeom>
            <a:solidFill>
              <a:srgbClr val="00B0F0">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Pentagon 1"/>
            <p:cNvSpPr/>
            <p:nvPr/>
          </p:nvSpPr>
          <p:spPr>
            <a:xfrm>
              <a:off x="0" y="545888"/>
              <a:ext cx="6427177" cy="1005840"/>
            </a:xfrm>
            <a:prstGeom prst="homePlate">
              <a:avLst>
                <a:gd name="adj" fmla="val 40909"/>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User Classes </a:t>
              </a:r>
              <a:endParaRPr lang="en-US" sz="4400" dirty="0">
                <a:latin typeface="Cambria" panose="02040503050406030204" pitchFamily="18" charset="0"/>
                <a:ea typeface="Cambria" panose="02040503050406030204" pitchFamily="18" charset="0"/>
              </a:endParaRPr>
            </a:p>
          </p:txBody>
        </p:sp>
        <p:sp>
          <p:nvSpPr>
            <p:cNvPr id="13" name="Arrow: Chevron 18"/>
            <p:cNvSpPr/>
            <p:nvPr/>
          </p:nvSpPr>
          <p:spPr>
            <a:xfrm>
              <a:off x="7053190" y="545888"/>
              <a:ext cx="548640" cy="1005840"/>
            </a:xfrm>
            <a:prstGeom prst="chevron">
              <a:avLst>
                <a:gd name="adj" fmla="val 747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hevron 19"/>
            <p:cNvSpPr/>
            <p:nvPr/>
          </p:nvSpPr>
          <p:spPr>
            <a:xfrm>
              <a:off x="6083373" y="545888"/>
              <a:ext cx="914400" cy="1005840"/>
            </a:xfrm>
            <a:prstGeom prst="chevron">
              <a:avLst>
                <a:gd name="adj" fmla="val 45057"/>
              </a:avLst>
            </a:prstGeom>
            <a:solidFill>
              <a:srgbClr val="00B0F0">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ffectLst>
                  <a:outerShdw blurRad="50800" dist="50800" dir="3000000" algn="ctr" rotWithShape="0">
                    <a:srgbClr val="000000">
                      <a:alpha val="0"/>
                    </a:srgbClr>
                  </a:outerShdw>
                </a:effectLst>
              </a:endParaRPr>
            </a:p>
          </p:txBody>
        </p:sp>
      </p:grpSp>
      <p:cxnSp>
        <p:nvCxnSpPr>
          <p:cNvPr id="15" name="Straight Connector 14"/>
          <p:cNvCxnSpPr/>
          <p:nvPr/>
        </p:nvCxnSpPr>
        <p:spPr>
          <a:xfrm rot="5400000">
            <a:off x="2275522" y="3469226"/>
            <a:ext cx="1632869" cy="22416"/>
          </a:xfrm>
          <a:prstGeom prst="line">
            <a:avLst/>
          </a:prstGeom>
          <a:ln w="25400">
            <a:solidFill>
              <a:schemeClr val="accent6"/>
            </a:solidFill>
            <a:tailEnd type="ova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829616" y="3237866"/>
            <a:ext cx="2525486" cy="566057"/>
          </a:xfrm>
          <a:prstGeom prst="rect">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700" b="1" dirty="0">
                <a:solidFill>
                  <a:schemeClr val="tx1"/>
                </a:solidFill>
                <a:latin typeface="Cambria" panose="02040503050406030204" pitchFamily="18" charset="0"/>
                <a:ea typeface="Cambria" panose="02040503050406030204" pitchFamily="18" charset="0"/>
              </a:rPr>
              <a:t>User</a:t>
            </a:r>
            <a:endParaRPr lang="ko-KR" altLang="en-US" sz="2700" b="1" dirty="0">
              <a:solidFill>
                <a:schemeClr val="tx1"/>
              </a:solidFill>
              <a:latin typeface="Cambria" panose="02040503050406030204" pitchFamily="18" charset="0"/>
            </a:endParaRPr>
          </a:p>
        </p:txBody>
      </p:sp>
      <p:cxnSp>
        <p:nvCxnSpPr>
          <p:cNvPr id="23" name="Straight Connector 22"/>
          <p:cNvCxnSpPr/>
          <p:nvPr/>
        </p:nvCxnSpPr>
        <p:spPr>
          <a:xfrm rot="5400000">
            <a:off x="8007492" y="3423592"/>
            <a:ext cx="1603842" cy="27693"/>
          </a:xfrm>
          <a:prstGeom prst="line">
            <a:avLst/>
          </a:prstGeom>
          <a:ln w="2540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416709" y="3251215"/>
            <a:ext cx="2830286" cy="552710"/>
          </a:xfrm>
          <a:prstGeom prst="rect">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700" b="1" dirty="0">
                <a:solidFill>
                  <a:schemeClr val="tx1"/>
                </a:solidFill>
                <a:latin typeface="Cambria" panose="02040503050406030204" pitchFamily="18" charset="0"/>
                <a:ea typeface="Cambria" panose="02040503050406030204" pitchFamily="18" charset="0"/>
              </a:rPr>
              <a:t>Admin</a:t>
            </a:r>
            <a:endParaRPr lang="ko-KR" altLang="en-US" sz="2700" b="1" dirty="0">
              <a:solidFill>
                <a:schemeClr val="tx1"/>
              </a:solidFill>
              <a:latin typeface="Cambria" panose="02040503050406030204" pitchFamily="18" charset="0"/>
            </a:endParaRPr>
          </a:p>
        </p:txBody>
      </p:sp>
      <p:sp>
        <p:nvSpPr>
          <p:cNvPr id="29" name="TextBox 28"/>
          <p:cNvSpPr txBox="1"/>
          <p:nvPr/>
        </p:nvSpPr>
        <p:spPr>
          <a:xfrm>
            <a:off x="1255759" y="4386222"/>
            <a:ext cx="3672114" cy="1322070"/>
          </a:xfrm>
          <a:prstGeom prst="rect">
            <a:avLst/>
          </a:prstGeom>
          <a:noFill/>
        </p:spPr>
        <p:txBody>
          <a:bodyPr wrap="square" numCol="1" rtlCol="0">
            <a:spAutoFit/>
          </a:bodyPr>
          <a:lstStyle/>
          <a:p>
            <a:pPr algn="ctr"/>
            <a:r>
              <a:rPr lang="en-US" sz="2000" dirty="0">
                <a:latin typeface="Cambria" panose="02040503050406030204" pitchFamily="18" charset="0"/>
                <a:ea typeface="Cambria" panose="02040503050406030204" pitchFamily="18" charset="0"/>
              </a:rPr>
              <a:t>In this module a user will be able to view, add books to cart, order them and can get confirmation email.</a:t>
            </a:r>
            <a:endParaRPr lang="ko-KR" altLang="en-US" sz="2000" b="1" dirty="0">
              <a:solidFill>
                <a:schemeClr val="tx1">
                  <a:lumMod val="75000"/>
                  <a:lumOff val="25000"/>
                </a:schemeClr>
              </a:solidFill>
              <a:latin typeface="Cambria" panose="02040503050406030204" pitchFamily="18" charset="0"/>
              <a:cs typeface="Arial" panose="020B0604020202020204" pitchFamily="34" charset="0"/>
            </a:endParaRPr>
          </a:p>
        </p:txBody>
      </p:sp>
      <p:sp>
        <p:nvSpPr>
          <p:cNvPr id="44" name="TextBox 43"/>
          <p:cNvSpPr txBox="1"/>
          <p:nvPr/>
        </p:nvSpPr>
        <p:spPr>
          <a:xfrm>
            <a:off x="6663963" y="4240554"/>
            <a:ext cx="4093028" cy="1014730"/>
          </a:xfrm>
          <a:prstGeom prst="rect">
            <a:avLst/>
          </a:prstGeom>
          <a:noFill/>
        </p:spPr>
        <p:txBody>
          <a:bodyPr wrap="square" rtlCol="0">
            <a:spAutoFit/>
          </a:bodyPr>
          <a:lstStyle/>
          <a:p>
            <a:pPr algn="ctr"/>
            <a:r>
              <a:rPr lang="en-US" sz="2000" dirty="0">
                <a:latin typeface="Cambria" panose="02040503050406030204" pitchFamily="18" charset="0"/>
                <a:ea typeface="Cambria" panose="02040503050406030204" pitchFamily="18" charset="0"/>
              </a:rPr>
              <a:t>In this module Admin can manage overall books in store, view orders, add, update and delete books.</a:t>
            </a:r>
            <a:endParaRPr lang="ko-KR" altLang="en-US" sz="2000" b="1" dirty="0">
              <a:solidFill>
                <a:schemeClr val="tx1">
                  <a:lumMod val="75000"/>
                  <a:lumOff val="25000"/>
                </a:schemeClr>
              </a:solidFill>
              <a:latin typeface="Cambria" panose="02040503050406030204" pitchFamily="18" charset="0"/>
              <a:cs typeface="Arial" panose="020B0604020202020204" pitchFamily="34" charset="0"/>
            </a:endParaRPr>
          </a:p>
        </p:txBody>
      </p:sp>
      <p:pic>
        <p:nvPicPr>
          <p:cNvPr id="47" name="Picture 46" descr="user png.PNG"/>
          <p:cNvPicPr>
            <a:picLocks noChangeAspect="1"/>
          </p:cNvPicPr>
          <p:nvPr/>
        </p:nvPicPr>
        <p:blipFill>
          <a:blip r:embed="rId1" cstate="print"/>
          <a:stretch>
            <a:fillRect/>
          </a:stretch>
        </p:blipFill>
        <p:spPr>
          <a:xfrm>
            <a:off x="2458010" y="1606475"/>
            <a:ext cx="1267971" cy="1267971"/>
          </a:xfrm>
          <a:prstGeom prst="rect">
            <a:avLst/>
          </a:prstGeom>
        </p:spPr>
      </p:pic>
      <p:pic>
        <p:nvPicPr>
          <p:cNvPr id="5" name="Picture 4"/>
          <p:cNvPicPr>
            <a:picLocks noChangeAspect="1"/>
          </p:cNvPicPr>
          <p:nvPr/>
        </p:nvPicPr>
        <p:blipFill>
          <a:blip r:embed="rId2"/>
          <a:stretch>
            <a:fillRect/>
          </a:stretch>
        </p:blipFill>
        <p:spPr>
          <a:xfrm flipH="1">
            <a:off x="8248405" y="1606242"/>
            <a:ext cx="1120992" cy="12082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blinds(horizontal)">
                                      <p:cBhvr>
                                        <p:cTn id="13" dur="500"/>
                                        <p:tgtEl>
                                          <p:spTgt spid="29"/>
                                        </p:tgtEl>
                                      </p:cBhvr>
                                    </p:animEffect>
                                  </p:childTnLst>
                                </p:cTn>
                              </p:par>
                              <p:par>
                                <p:cTn id="14" presetID="3" presetClass="entr" presetSubtype="10" fill="hold"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blinds(horizontal)">
                                      <p:cBhvr>
                                        <p:cTn id="16" dur="5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horizontal)">
                                      <p:cBhvr>
                                        <p:cTn id="21" dur="500"/>
                                        <p:tgtEl>
                                          <p:spTgt spid="2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blinds(horizontal)">
                                      <p:cBhvr>
                                        <p:cTn id="24" dur="500"/>
                                        <p:tgtEl>
                                          <p:spTgt spid="2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blinds(horizontal)">
                                      <p:cBhvr>
                                        <p:cTn id="2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5" grpId="0" bldLvl="0" animBg="1"/>
      <p:bldP spid="29" grpId="0"/>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314801"/>
            <a:ext cx="7601830" cy="1005840"/>
            <a:chOff x="0" y="545888"/>
            <a:chExt cx="7601830" cy="1005840"/>
          </a:xfrm>
          <a:solidFill>
            <a:srgbClr val="00B0F0"/>
          </a:solidFill>
        </p:grpSpPr>
        <p:sp>
          <p:nvSpPr>
            <p:cNvPr id="6" name="Arrow: Chevron 17"/>
            <p:cNvSpPr/>
            <p:nvPr/>
          </p:nvSpPr>
          <p:spPr>
            <a:xfrm>
              <a:off x="6663477" y="545888"/>
              <a:ext cx="731520" cy="1005840"/>
            </a:xfrm>
            <a:prstGeom prst="chevron">
              <a:avLst>
                <a:gd name="adj" fmla="val 56731"/>
              </a:avLst>
            </a:prstGeom>
            <a:solidFill>
              <a:srgbClr val="00B0F0">
                <a:alpha val="42000"/>
              </a:srgbClr>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7" name="Arrow: Pentagon 1"/>
            <p:cNvSpPr/>
            <p:nvPr/>
          </p:nvSpPr>
          <p:spPr>
            <a:xfrm>
              <a:off x="0" y="545888"/>
              <a:ext cx="6427177" cy="1005840"/>
            </a:xfrm>
            <a:prstGeom prst="homePlate">
              <a:avLst>
                <a:gd name="adj" fmla="val 40909"/>
              </a:avLst>
            </a:prstGeom>
            <a:grpFill/>
          </p:spPr>
          <p:style>
            <a:lnRef idx="3">
              <a:schemeClr val="lt1"/>
            </a:lnRef>
            <a:fillRef idx="1">
              <a:schemeClr val="accent4"/>
            </a:fillRef>
            <a:effectRef idx="1">
              <a:schemeClr val="accent4"/>
            </a:effectRef>
            <a:fontRef idx="minor">
              <a:schemeClr val="lt1"/>
            </a:fontRef>
          </p:style>
          <p:txBody>
            <a:bodyPr rtlCol="0" anchor="ctr"/>
            <a:lstStyle/>
            <a:p>
              <a:pPr algn="ctr"/>
              <a:r>
                <a:rPr lang="en-IN" sz="4400" dirty="0"/>
                <a:t>OBJECTIVE</a:t>
              </a:r>
              <a:endParaRPr lang="en-IN" sz="3600" dirty="0"/>
            </a:p>
          </p:txBody>
        </p:sp>
        <p:sp>
          <p:nvSpPr>
            <p:cNvPr id="8" name="Arrow: Chevron 18"/>
            <p:cNvSpPr/>
            <p:nvPr/>
          </p:nvSpPr>
          <p:spPr>
            <a:xfrm>
              <a:off x="7053190" y="545888"/>
              <a:ext cx="548640" cy="1005840"/>
            </a:xfrm>
            <a:prstGeom prst="chevron">
              <a:avLst>
                <a:gd name="adj" fmla="val 74706"/>
              </a:avLst>
            </a:prstGeom>
            <a:solidFill>
              <a:schemeClr val="tx1"/>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9" name="Arrow: Chevron 19"/>
            <p:cNvSpPr/>
            <p:nvPr/>
          </p:nvSpPr>
          <p:spPr>
            <a:xfrm>
              <a:off x="6083373" y="545888"/>
              <a:ext cx="914400" cy="1005840"/>
            </a:xfrm>
            <a:prstGeom prst="chevron">
              <a:avLst>
                <a:gd name="adj" fmla="val 45057"/>
              </a:avLst>
            </a:prstGeom>
            <a:solidFill>
              <a:srgbClr val="00B0F0">
                <a:alpha val="67000"/>
              </a:srgbClr>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grpSp>
      <p:sp>
        <p:nvSpPr>
          <p:cNvPr id="3" name="Text Box 2"/>
          <p:cNvSpPr txBox="1"/>
          <p:nvPr/>
        </p:nvSpPr>
        <p:spPr>
          <a:xfrm>
            <a:off x="365760" y="1504950"/>
            <a:ext cx="11189970" cy="4634865"/>
          </a:xfrm>
          <a:prstGeom prst="rect">
            <a:avLst/>
          </a:prstGeom>
          <a:noFill/>
        </p:spPr>
        <p:txBody>
          <a:bodyPr wrap="square" rtlCol="0">
            <a:noAutofit/>
          </a:bodyPr>
          <a:p>
            <a:pPr marL="457200" indent="-457200">
              <a:lnSpc>
                <a:spcPct val="100000"/>
              </a:lnSpc>
              <a:buFont typeface="Arial" panose="020B0604020202020204" pitchFamily="34" charset="0"/>
              <a:buChar char="•"/>
            </a:pPr>
            <a:r>
              <a:rPr lang="en-US" altLang="en-US" sz="2400"/>
              <a:t>Develop a responsive and intuitive web application for managing bookstore operations Implement secure authentication and authorization mechanisms to protect sensitive data. </a:t>
            </a:r>
            <a:endParaRPr lang="en-US" altLang="en-US" sz="2400"/>
          </a:p>
          <a:p>
            <a:pPr marL="457200" indent="-457200">
              <a:lnSpc>
                <a:spcPct val="100000"/>
              </a:lnSpc>
              <a:buFont typeface="Arial" panose="020B0604020202020204" pitchFamily="34" charset="0"/>
              <a:buChar char="•"/>
            </a:pPr>
            <a:r>
              <a:rPr lang="en-US" altLang="en-US" sz="2400"/>
              <a:t>Provide an extensive catalog of books with robust search and filtering capabilities.</a:t>
            </a:r>
            <a:endParaRPr lang="en-US" altLang="en-US" sz="2400"/>
          </a:p>
          <a:p>
            <a:pPr marL="457200" indent="-457200">
              <a:lnSpc>
                <a:spcPct val="100000"/>
              </a:lnSpc>
              <a:buFont typeface="Arial" panose="020B0604020202020204" pitchFamily="34" charset="0"/>
              <a:buChar char="•"/>
            </a:pPr>
            <a:r>
              <a:rPr lang="en-US" altLang="en-US" sz="2400"/>
              <a:t>Enable customers to add items to their shopping cart, proceed to checkout, and make payments securely.</a:t>
            </a:r>
            <a:endParaRPr lang="en-US" altLang="en-US" sz="2400"/>
          </a:p>
          <a:p>
            <a:pPr marL="457200" indent="-457200">
              <a:lnSpc>
                <a:spcPct val="100000"/>
              </a:lnSpc>
              <a:buFont typeface="Arial" panose="020B0604020202020204" pitchFamily="34" charset="0"/>
              <a:buChar char="•"/>
            </a:pPr>
            <a:r>
              <a:rPr lang="en-US" altLang="en-US" sz="2400"/>
              <a:t> Empower administrators with tools for managing inventory, processing orders, and generating reports. </a:t>
            </a:r>
            <a:endParaRPr lang="en-US" altLang="en-US" sz="2400"/>
          </a:p>
          <a:p>
            <a:pPr marL="457200" indent="-457200">
              <a:lnSpc>
                <a:spcPct val="100000"/>
              </a:lnSpc>
              <a:buFont typeface="Arial" panose="020B0604020202020204" pitchFamily="34" charset="0"/>
              <a:buChar char="•"/>
            </a:pPr>
            <a:r>
              <a:rPr lang="en-US" altLang="en-US" sz="2400"/>
              <a:t>Ensure scalability and maintainability of the system to accommodate future growth and enhancements.</a:t>
            </a: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303362"/>
            <a:ext cx="6843252" cy="856697"/>
            <a:chOff x="0" y="545888"/>
            <a:chExt cx="7601830" cy="1005840"/>
          </a:xfrm>
          <a:solidFill>
            <a:schemeClr val="accent3">
              <a:lumMod val="60000"/>
              <a:lumOff val="40000"/>
            </a:schemeClr>
          </a:solidFill>
        </p:grpSpPr>
        <p:sp>
          <p:nvSpPr>
            <p:cNvPr id="11" name="Arrow: Chevron 17"/>
            <p:cNvSpPr/>
            <p:nvPr/>
          </p:nvSpPr>
          <p:spPr>
            <a:xfrm>
              <a:off x="6663477" y="545888"/>
              <a:ext cx="731520" cy="1005840"/>
            </a:xfrm>
            <a:prstGeom prst="chevron">
              <a:avLst>
                <a:gd name="adj" fmla="val 56731"/>
              </a:avLst>
            </a:prstGeom>
            <a:solidFill>
              <a:srgbClr val="00B0F0">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Pentagon 1"/>
            <p:cNvSpPr/>
            <p:nvPr/>
          </p:nvSpPr>
          <p:spPr>
            <a:xfrm>
              <a:off x="0" y="545888"/>
              <a:ext cx="6427177" cy="1005840"/>
            </a:xfrm>
            <a:prstGeom prst="homePlate">
              <a:avLst>
                <a:gd name="adj" fmla="val 40909"/>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User Module</a:t>
              </a:r>
              <a:endParaRPr lang="en-US" sz="4400" dirty="0">
                <a:latin typeface="Cambria" panose="02040503050406030204" pitchFamily="18" charset="0"/>
                <a:ea typeface="Cambria" panose="02040503050406030204" pitchFamily="18" charset="0"/>
              </a:endParaRPr>
            </a:p>
          </p:txBody>
        </p:sp>
        <p:sp>
          <p:nvSpPr>
            <p:cNvPr id="13" name="Arrow: Chevron 18"/>
            <p:cNvSpPr/>
            <p:nvPr/>
          </p:nvSpPr>
          <p:spPr>
            <a:xfrm>
              <a:off x="7053190" y="545888"/>
              <a:ext cx="548640" cy="1005840"/>
            </a:xfrm>
            <a:prstGeom prst="chevron">
              <a:avLst>
                <a:gd name="adj" fmla="val 747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hevron 19"/>
            <p:cNvSpPr/>
            <p:nvPr/>
          </p:nvSpPr>
          <p:spPr>
            <a:xfrm>
              <a:off x="6083373" y="545888"/>
              <a:ext cx="914400" cy="1005840"/>
            </a:xfrm>
            <a:prstGeom prst="chevron">
              <a:avLst>
                <a:gd name="adj" fmla="val 45057"/>
              </a:avLst>
            </a:prstGeom>
            <a:solidFill>
              <a:srgbClr val="00B0F0">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TextBox 19"/>
          <p:cNvSpPr txBox="1"/>
          <p:nvPr/>
        </p:nvSpPr>
        <p:spPr>
          <a:xfrm>
            <a:off x="470018" y="1563469"/>
            <a:ext cx="10762089" cy="2676525"/>
          </a:xfrm>
          <a:prstGeom prst="rect">
            <a:avLst/>
          </a:prstGeom>
          <a:noFill/>
        </p:spPr>
        <p:txBody>
          <a:bodyPr wrap="square">
            <a:spAutoFit/>
          </a:bodyPr>
          <a:lstStyle/>
          <a:p>
            <a:pPr marL="0" indent="0" algn="just">
              <a:buNone/>
            </a:pPr>
            <a:r>
              <a:rPr lang="en-IN" sz="2800" dirty="0">
                <a:latin typeface="Cambria" panose="02040503050406030204" pitchFamily="18" charset="0"/>
                <a:ea typeface="Cambria" panose="02040503050406030204" pitchFamily="18" charset="0"/>
              </a:rPr>
              <a:t>After </a:t>
            </a:r>
            <a:r>
              <a:rPr lang="en-US" altLang="en-IN" sz="2800" dirty="0">
                <a:latin typeface="Cambria" panose="02040503050406030204" pitchFamily="18" charset="0"/>
                <a:ea typeface="Cambria" panose="02040503050406030204" pitchFamily="18" charset="0"/>
              </a:rPr>
              <a:t>loading </a:t>
            </a:r>
            <a:r>
              <a:rPr lang="en-IN" sz="2800" dirty="0">
                <a:latin typeface="Cambria" panose="02040503050406030204" pitchFamily="18" charset="0"/>
                <a:ea typeface="Cambria" panose="02040503050406030204" pitchFamily="18" charset="0"/>
              </a:rPr>
              <a:t>the </a:t>
            </a:r>
            <a:r>
              <a:rPr lang="en-US" altLang="en-IN" sz="2800" dirty="0">
                <a:latin typeface="Cambria" panose="02040503050406030204" pitchFamily="18" charset="0"/>
                <a:ea typeface="Cambria" panose="02040503050406030204" pitchFamily="18" charset="0"/>
              </a:rPr>
              <a:t>Us</a:t>
            </a:r>
            <a:r>
              <a:rPr lang="en-IN" sz="2800" dirty="0">
                <a:latin typeface="Cambria" panose="02040503050406030204" pitchFamily="18" charset="0"/>
                <a:ea typeface="Cambria" panose="02040503050406030204" pitchFamily="18" charset="0"/>
              </a:rPr>
              <a:t>er can </a:t>
            </a:r>
            <a:endParaRPr lang="en-IN" sz="2800" dirty="0">
              <a:latin typeface="Cambria" panose="02040503050406030204" pitchFamily="18" charset="0"/>
              <a:ea typeface="Cambria" panose="02040503050406030204" pitchFamily="18" charset="0"/>
            </a:endParaRPr>
          </a:p>
          <a:p>
            <a:pPr marL="0" indent="0" algn="just">
              <a:buNone/>
            </a:pPr>
            <a:endParaRPr lang="en-IN" sz="2800" dirty="0">
              <a:latin typeface="Cambria" panose="02040503050406030204" pitchFamily="18" charset="0"/>
              <a:ea typeface="Cambria" panose="02040503050406030204" pitchFamily="18" charset="0"/>
            </a:endParaRPr>
          </a:p>
          <a:p>
            <a:pPr marL="0" indent="0"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Search for </a:t>
            </a:r>
            <a:r>
              <a:rPr lang="en-US" altLang="en-IN" sz="2800" dirty="0">
                <a:latin typeface="Cambria" panose="02040503050406030204" pitchFamily="18" charset="0"/>
                <a:ea typeface="Cambria" panose="02040503050406030204" pitchFamily="18" charset="0"/>
              </a:rPr>
              <a:t>New books</a:t>
            </a:r>
            <a:r>
              <a:rPr lang="en-IN" sz="2800" dirty="0">
                <a:latin typeface="Cambria" panose="02040503050406030204" pitchFamily="18" charset="0"/>
                <a:ea typeface="Cambria" panose="02040503050406030204" pitchFamily="18" charset="0"/>
              </a:rPr>
              <a:t> available. </a:t>
            </a:r>
            <a:endParaRPr lang="en-IN" sz="1100" dirty="0">
              <a:latin typeface="Cambria" panose="02040503050406030204" pitchFamily="18" charset="0"/>
              <a:ea typeface="Cambria" panose="02040503050406030204" pitchFamily="18" charset="0"/>
            </a:endParaRPr>
          </a:p>
          <a:p>
            <a:pPr marL="0" indent="0"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Can </a:t>
            </a:r>
            <a:r>
              <a:rPr lang="en-US" altLang="en-IN" sz="2800" dirty="0">
                <a:latin typeface="Cambria" panose="02040503050406030204" pitchFamily="18" charset="0"/>
                <a:ea typeface="Cambria" panose="02040503050406030204" pitchFamily="18" charset="0"/>
              </a:rPr>
              <a:t>edit his cart and order quantity.</a:t>
            </a:r>
            <a:endParaRPr lang="en-IN" sz="2800" dirty="0">
              <a:latin typeface="Cambria" panose="02040503050406030204" pitchFamily="18" charset="0"/>
              <a:ea typeface="Cambria" panose="02040503050406030204" pitchFamily="18" charset="0"/>
            </a:endParaRPr>
          </a:p>
          <a:p>
            <a:pPr marL="0" indent="0"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a:t>
            </a:r>
            <a:r>
              <a:rPr lang="en-US" altLang="en-IN" sz="2800" dirty="0">
                <a:latin typeface="Cambria" panose="02040503050406030204" pitchFamily="18" charset="0"/>
                <a:ea typeface="Cambria" panose="02040503050406030204" pitchFamily="18" charset="0"/>
              </a:rPr>
              <a:t>Proceed given order with confirmation.</a:t>
            </a:r>
            <a:endParaRPr lang="en-IN" sz="2800" dirty="0">
              <a:latin typeface="Cambria" panose="02040503050406030204" pitchFamily="18" charset="0"/>
              <a:ea typeface="Cambria" panose="02040503050406030204" pitchFamily="18" charset="0"/>
            </a:endParaRPr>
          </a:p>
          <a:p>
            <a:pPr marL="0" indent="0"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Can maintain a cart for reference.  </a:t>
            </a: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303363"/>
            <a:ext cx="6843252" cy="665628"/>
            <a:chOff x="0" y="545888"/>
            <a:chExt cx="7601830" cy="1005840"/>
          </a:xfrm>
          <a:solidFill>
            <a:schemeClr val="accent3">
              <a:lumMod val="60000"/>
              <a:lumOff val="40000"/>
            </a:schemeClr>
          </a:solidFill>
        </p:grpSpPr>
        <p:sp>
          <p:nvSpPr>
            <p:cNvPr id="11" name="Arrow: Chevron 17"/>
            <p:cNvSpPr/>
            <p:nvPr/>
          </p:nvSpPr>
          <p:spPr>
            <a:xfrm>
              <a:off x="6663477" y="545888"/>
              <a:ext cx="731520" cy="1005840"/>
            </a:xfrm>
            <a:prstGeom prst="chevron">
              <a:avLst>
                <a:gd name="adj" fmla="val 56731"/>
              </a:avLst>
            </a:prstGeom>
            <a:solidFill>
              <a:srgbClr val="00B0F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Pentagon 1"/>
            <p:cNvSpPr/>
            <p:nvPr/>
          </p:nvSpPr>
          <p:spPr>
            <a:xfrm>
              <a:off x="0" y="545888"/>
              <a:ext cx="6427177" cy="1005840"/>
            </a:xfrm>
            <a:prstGeom prst="homePlate">
              <a:avLst>
                <a:gd name="adj" fmla="val 40909"/>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Admin Module</a:t>
              </a:r>
              <a:endParaRPr lang="en-US" sz="4400" dirty="0">
                <a:latin typeface="Cambria" panose="02040503050406030204" pitchFamily="18" charset="0"/>
                <a:ea typeface="Cambria" panose="02040503050406030204" pitchFamily="18" charset="0"/>
              </a:endParaRPr>
            </a:p>
          </p:txBody>
        </p:sp>
        <p:sp>
          <p:nvSpPr>
            <p:cNvPr id="13" name="Arrow: Chevron 18"/>
            <p:cNvSpPr/>
            <p:nvPr/>
          </p:nvSpPr>
          <p:spPr>
            <a:xfrm>
              <a:off x="7053190" y="545888"/>
              <a:ext cx="548640" cy="1005840"/>
            </a:xfrm>
            <a:prstGeom prst="chevron">
              <a:avLst>
                <a:gd name="adj" fmla="val 747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hevron 19"/>
            <p:cNvSpPr/>
            <p:nvPr/>
          </p:nvSpPr>
          <p:spPr>
            <a:xfrm>
              <a:off x="6083373" y="545888"/>
              <a:ext cx="914400" cy="1005840"/>
            </a:xfrm>
            <a:prstGeom prst="chevron">
              <a:avLst>
                <a:gd name="adj" fmla="val 45057"/>
              </a:avLst>
            </a:prstGeom>
            <a:solidFill>
              <a:srgbClr val="00B0F0">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TextBox 19"/>
          <p:cNvSpPr txBox="1"/>
          <p:nvPr/>
        </p:nvSpPr>
        <p:spPr>
          <a:xfrm>
            <a:off x="374484" y="1575503"/>
            <a:ext cx="11248103" cy="1814830"/>
          </a:xfrm>
          <a:prstGeom prst="rect">
            <a:avLst/>
          </a:prstGeom>
          <a:noFill/>
        </p:spPr>
        <p:txBody>
          <a:bodyPr wrap="square">
            <a:spAutoFit/>
          </a:bodyPr>
          <a:lstStyle/>
          <a:p>
            <a:pPr marL="0" indent="0" algn="just">
              <a:buNone/>
            </a:pPr>
            <a:r>
              <a:rPr lang="en-IN" sz="2800" dirty="0">
                <a:latin typeface="Cambria" panose="02040503050406030204" pitchFamily="18" charset="0"/>
                <a:ea typeface="Cambria" panose="02040503050406030204" pitchFamily="18" charset="0"/>
              </a:rPr>
              <a:t>The Admin can </a:t>
            </a:r>
            <a:endParaRPr lang="en-IN" sz="2800" dirty="0">
              <a:latin typeface="Cambria" panose="02040503050406030204" pitchFamily="18" charset="0"/>
              <a:ea typeface="Cambria" panose="02040503050406030204" pitchFamily="18" charset="0"/>
            </a:endParaRPr>
          </a:p>
          <a:p>
            <a:pPr lvl="1"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a:t>
            </a:r>
            <a:r>
              <a:rPr lang="en-US" altLang="en-IN" sz="2800" dirty="0">
                <a:latin typeface="Cambria" panose="02040503050406030204" pitchFamily="18" charset="0"/>
                <a:ea typeface="Cambria" panose="02040503050406030204" pitchFamily="18" charset="0"/>
              </a:rPr>
              <a:t>Add, Update, Delete books details</a:t>
            </a:r>
            <a:r>
              <a:rPr lang="en-IN" sz="2800" dirty="0">
                <a:latin typeface="Cambria" panose="02040503050406030204" pitchFamily="18" charset="0"/>
                <a:ea typeface="Cambria" panose="02040503050406030204" pitchFamily="18" charset="0"/>
              </a:rPr>
              <a:t>.</a:t>
            </a:r>
            <a:endParaRPr lang="en-IN" sz="2800" dirty="0">
              <a:latin typeface="Cambria" panose="02040503050406030204" pitchFamily="18" charset="0"/>
              <a:ea typeface="Cambria" panose="02040503050406030204" pitchFamily="18" charset="0"/>
            </a:endParaRPr>
          </a:p>
          <a:p>
            <a:pPr lvl="1"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He /she can see User details</a:t>
            </a:r>
            <a:r>
              <a:rPr lang="en-US" altLang="en-IN" sz="2800" dirty="0">
                <a:latin typeface="Cambria" panose="02040503050406030204" pitchFamily="18" charset="0"/>
                <a:ea typeface="Cambria" panose="02040503050406030204" pitchFamily="18" charset="0"/>
              </a:rPr>
              <a:t> and orders.</a:t>
            </a:r>
            <a:r>
              <a:rPr lang="en-IN" sz="2800" dirty="0">
                <a:latin typeface="Cambria" panose="02040503050406030204" pitchFamily="18" charset="0"/>
                <a:ea typeface="Cambria" panose="02040503050406030204" pitchFamily="18" charset="0"/>
              </a:rPr>
              <a:t> </a:t>
            </a:r>
            <a:endParaRPr lang="en-IN" sz="2800" dirty="0">
              <a:latin typeface="Cambria" panose="02040503050406030204" pitchFamily="18" charset="0"/>
              <a:ea typeface="Cambria" panose="02040503050406030204" pitchFamily="18" charset="0"/>
            </a:endParaRPr>
          </a:p>
          <a:p>
            <a:pPr lvl="1" algn="just">
              <a:buFont typeface="Arial" panose="020B0604020202020204" pitchFamily="34" charset="0"/>
              <a:buChar char="•"/>
            </a:pPr>
            <a:r>
              <a:rPr lang="en-IN" sz="2800" dirty="0">
                <a:latin typeface="Cambria" panose="02040503050406030204" pitchFamily="18" charset="0"/>
                <a:ea typeface="Cambria" panose="02040503050406030204" pitchFamily="18" charset="0"/>
              </a:rPr>
              <a:t> Manage account and </a:t>
            </a:r>
            <a:r>
              <a:rPr lang="en-US" altLang="en-IN" sz="2800" dirty="0">
                <a:latin typeface="Cambria" panose="02040503050406030204" pitchFamily="18" charset="0"/>
                <a:ea typeface="Cambria" panose="02040503050406030204" pitchFamily="18" charset="0"/>
              </a:rPr>
              <a:t>overall store data</a:t>
            </a:r>
            <a:r>
              <a:rPr lang="en-IN" sz="2800" dirty="0">
                <a:latin typeface="Cambria" panose="02040503050406030204" pitchFamily="18" charset="0"/>
                <a:ea typeface="Cambria" panose="02040503050406030204" pitchFamily="18" charset="0"/>
              </a:rPr>
              <a:t>.</a:t>
            </a: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0" y="139792"/>
            <a:ext cx="8461829" cy="963294"/>
            <a:chOff x="0" y="545888"/>
            <a:chExt cx="7601830" cy="1005840"/>
          </a:xfrm>
          <a:solidFill>
            <a:srgbClr val="92D050"/>
          </a:solidFill>
        </p:grpSpPr>
        <p:sp>
          <p:nvSpPr>
            <p:cNvPr id="20" name="Arrow: Chevron 17"/>
            <p:cNvSpPr/>
            <p:nvPr/>
          </p:nvSpPr>
          <p:spPr>
            <a:xfrm>
              <a:off x="6663477" y="545888"/>
              <a:ext cx="731520" cy="1005840"/>
            </a:xfrm>
            <a:prstGeom prst="chevron">
              <a:avLst>
                <a:gd name="adj" fmla="val 56731"/>
              </a:avLst>
            </a:prstGeom>
            <a:solidFill>
              <a:srgbClr val="00B0F0">
                <a:alpha val="23000"/>
              </a:srgbClr>
            </a:solidFill>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1" name="Arrow: Pentagon 1"/>
            <p:cNvSpPr/>
            <p:nvPr/>
          </p:nvSpPr>
          <p:spPr>
            <a:xfrm>
              <a:off x="0" y="545888"/>
              <a:ext cx="6427177" cy="1005840"/>
            </a:xfrm>
            <a:prstGeom prst="homePlate">
              <a:avLst>
                <a:gd name="adj" fmla="val 40909"/>
              </a:avLst>
            </a:prstGeom>
            <a:solidFill>
              <a:srgbClr val="00B0F0"/>
            </a:solidFill>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sz="3200" b="1" kern="0" dirty="0">
                  <a:solidFill>
                    <a:prstClr val="white"/>
                  </a:solidFill>
                  <a:latin typeface="Cambria" panose="02040503050406030204" pitchFamily="18" charset="0"/>
                  <a:ea typeface="Cambria" panose="02040503050406030204" pitchFamily="18" charset="0"/>
                </a:rPr>
                <a:t>Use Case </a:t>
              </a:r>
              <a:endParaRPr lang="en-US" sz="3200" b="1" kern="0" dirty="0">
                <a:solidFill>
                  <a:prstClr val="white"/>
                </a:solidFill>
                <a:latin typeface="Cambria" panose="02040503050406030204" pitchFamily="18" charset="0"/>
                <a:ea typeface="Cambria" panose="02040503050406030204" pitchFamily="18" charset="0"/>
              </a:endParaRPr>
            </a:p>
          </p:txBody>
        </p:sp>
        <p:sp>
          <p:nvSpPr>
            <p:cNvPr id="22" name="Arrow: Chevron 18"/>
            <p:cNvSpPr/>
            <p:nvPr/>
          </p:nvSpPr>
          <p:spPr>
            <a:xfrm>
              <a:off x="7053190" y="545888"/>
              <a:ext cx="548640" cy="1005840"/>
            </a:xfrm>
            <a:prstGeom prst="chevron">
              <a:avLst>
                <a:gd name="adj" fmla="val 74706"/>
              </a:avLst>
            </a:prstGeom>
            <a:solidFill>
              <a:schemeClr val="tx1"/>
            </a:solidFill>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5" name="Arrow: Chevron 19"/>
            <p:cNvSpPr/>
            <p:nvPr/>
          </p:nvSpPr>
          <p:spPr>
            <a:xfrm>
              <a:off x="6083373" y="545888"/>
              <a:ext cx="914400" cy="1005840"/>
            </a:xfrm>
            <a:prstGeom prst="chevron">
              <a:avLst>
                <a:gd name="adj" fmla="val 45057"/>
              </a:avLst>
            </a:prstGeom>
            <a:solidFill>
              <a:srgbClr val="00B0F0">
                <a:alpha val="67000"/>
              </a:srgbClr>
            </a:solidFill>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pic>
        <p:nvPicPr>
          <p:cNvPr id="17" name="Picture 17" descr="er"/>
          <p:cNvPicPr>
            <a:picLocks noChangeAspect="1"/>
          </p:cNvPicPr>
          <p:nvPr>
            <p:ph type="pic" idx="12"/>
          </p:nvPr>
        </p:nvPicPr>
        <p:blipFill>
          <a:blip r:embed="rId1"/>
          <a:stretch>
            <a:fillRect/>
          </a:stretch>
        </p:blipFill>
        <p:spPr>
          <a:xfrm>
            <a:off x="1924050" y="1200150"/>
            <a:ext cx="7947660" cy="54330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p:cNvGrpSpPr/>
          <p:nvPr/>
        </p:nvGrpSpPr>
        <p:grpSpPr>
          <a:xfrm>
            <a:off x="2" y="204922"/>
            <a:ext cx="4247534" cy="444007"/>
            <a:chOff x="0" y="545888"/>
            <a:chExt cx="7601830" cy="1005840"/>
          </a:xfrm>
          <a:solidFill>
            <a:srgbClr val="00B0F0">
              <a:alpha val="28000"/>
            </a:srgbClr>
          </a:solidFill>
        </p:grpSpPr>
        <p:sp>
          <p:nvSpPr>
            <p:cNvPr id="40" name="Arrow: Chevron 17"/>
            <p:cNvSpPr/>
            <p:nvPr/>
          </p:nvSpPr>
          <p:spPr>
            <a:xfrm>
              <a:off x="6663477" y="545888"/>
              <a:ext cx="731520" cy="1005840"/>
            </a:xfrm>
            <a:prstGeom prst="chevron">
              <a:avLst>
                <a:gd name="adj" fmla="val 56731"/>
              </a:avLst>
            </a:prstGeom>
            <a:grp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1" name="Arrow: Pentagon 1"/>
            <p:cNvSpPr/>
            <p:nvPr/>
          </p:nvSpPr>
          <p:spPr>
            <a:xfrm>
              <a:off x="0" y="545888"/>
              <a:ext cx="6427177" cy="1005840"/>
            </a:xfrm>
            <a:prstGeom prst="homePlate">
              <a:avLst>
                <a:gd name="adj" fmla="val 40909"/>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mbria" panose="02040503050406030204" pitchFamily="18" charset="0"/>
                  <a:ea typeface="Cambria" panose="02040503050406030204" pitchFamily="18" charset="0"/>
                </a:rPr>
                <a:t>Activity Diagram : Admin &amp; User</a:t>
              </a:r>
              <a:endParaRPr kumimoji="0" lang="en-US"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sp>
          <p:nvSpPr>
            <p:cNvPr id="42" name="Arrow: Chevron 18"/>
            <p:cNvSpPr/>
            <p:nvPr/>
          </p:nvSpPr>
          <p:spPr>
            <a:xfrm>
              <a:off x="7053190" y="545888"/>
              <a:ext cx="548640" cy="1005840"/>
            </a:xfrm>
            <a:prstGeom prst="chevron">
              <a:avLst>
                <a:gd name="adj" fmla="val 74706"/>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3" name="Arrow: Chevron 19"/>
            <p:cNvSpPr/>
            <p:nvPr/>
          </p:nvSpPr>
          <p:spPr>
            <a:xfrm>
              <a:off x="6083373" y="545888"/>
              <a:ext cx="914400" cy="1005840"/>
            </a:xfrm>
            <a:prstGeom prst="chevron">
              <a:avLst>
                <a:gd name="adj" fmla="val 45057"/>
              </a:avLst>
            </a:prstGeom>
            <a:solidFill>
              <a:srgbClr val="00B0F0">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pic>
        <p:nvPicPr>
          <p:cNvPr id="9" name="Picture 9" descr="activity"/>
          <p:cNvPicPr>
            <a:picLocks noChangeAspect="1"/>
          </p:cNvPicPr>
          <p:nvPr>
            <p:ph type="pic" idx="12"/>
          </p:nvPr>
        </p:nvPicPr>
        <p:blipFill>
          <a:blip r:embed="rId1"/>
          <a:stretch>
            <a:fillRect/>
          </a:stretch>
        </p:blipFill>
        <p:spPr>
          <a:xfrm>
            <a:off x="1325245" y="912495"/>
            <a:ext cx="9376410" cy="55543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p:cNvGrpSpPr/>
          <p:nvPr/>
        </p:nvGrpSpPr>
        <p:grpSpPr>
          <a:xfrm>
            <a:off x="2" y="204922"/>
            <a:ext cx="4247534" cy="444007"/>
            <a:chOff x="0" y="545888"/>
            <a:chExt cx="7601830" cy="1005840"/>
          </a:xfrm>
          <a:solidFill>
            <a:srgbClr val="00B0F0">
              <a:alpha val="28000"/>
            </a:srgbClr>
          </a:solidFill>
        </p:grpSpPr>
        <p:sp>
          <p:nvSpPr>
            <p:cNvPr id="40" name="Arrow: Chevron 17"/>
            <p:cNvSpPr/>
            <p:nvPr/>
          </p:nvSpPr>
          <p:spPr>
            <a:xfrm>
              <a:off x="6663477" y="545888"/>
              <a:ext cx="731520" cy="1005840"/>
            </a:xfrm>
            <a:prstGeom prst="chevron">
              <a:avLst>
                <a:gd name="adj" fmla="val 56731"/>
              </a:avLst>
            </a:prstGeom>
            <a:grp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1" name="Arrow: Pentagon 1"/>
            <p:cNvSpPr/>
            <p:nvPr/>
          </p:nvSpPr>
          <p:spPr>
            <a:xfrm>
              <a:off x="0" y="545888"/>
              <a:ext cx="6427177" cy="1005840"/>
            </a:xfrm>
            <a:prstGeom prst="homePlate">
              <a:avLst>
                <a:gd name="adj" fmla="val 40909"/>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mbria" panose="02040503050406030204" pitchFamily="18" charset="0"/>
                  <a:ea typeface="Cambria" panose="02040503050406030204" pitchFamily="18" charset="0"/>
                </a:rPr>
                <a:t>Class Diagram :</a:t>
              </a:r>
              <a:endParaRPr kumimoji="0" lang="en-US"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sp>
          <p:nvSpPr>
            <p:cNvPr id="42" name="Arrow: Chevron 18"/>
            <p:cNvSpPr/>
            <p:nvPr/>
          </p:nvSpPr>
          <p:spPr>
            <a:xfrm>
              <a:off x="7053190" y="545888"/>
              <a:ext cx="548640" cy="1005840"/>
            </a:xfrm>
            <a:prstGeom prst="chevron">
              <a:avLst>
                <a:gd name="adj" fmla="val 74706"/>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3" name="Arrow: Chevron 19"/>
            <p:cNvSpPr/>
            <p:nvPr/>
          </p:nvSpPr>
          <p:spPr>
            <a:xfrm>
              <a:off x="6083373" y="545888"/>
              <a:ext cx="914400" cy="1005840"/>
            </a:xfrm>
            <a:prstGeom prst="chevron">
              <a:avLst>
                <a:gd name="adj" fmla="val 45057"/>
              </a:avLst>
            </a:prstGeom>
            <a:solidFill>
              <a:srgbClr val="00B0F0">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pic>
        <p:nvPicPr>
          <p:cNvPr id="2" name="Picture Placeholder 1" descr="class"/>
          <p:cNvPicPr>
            <a:picLocks noChangeAspect="1"/>
          </p:cNvPicPr>
          <p:nvPr>
            <p:ph type="pic" sz="quarter" idx="33"/>
          </p:nvPr>
        </p:nvPicPr>
        <p:blipFill>
          <a:blip r:embed="rId1"/>
          <a:stretch>
            <a:fillRect/>
          </a:stretch>
        </p:blipFill>
        <p:spPr>
          <a:xfrm>
            <a:off x="2279015" y="742950"/>
            <a:ext cx="7633335" cy="57226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6" descr="home"/>
          <p:cNvPicPr>
            <a:picLocks noChangeAspect="1"/>
          </p:cNvPicPr>
          <p:nvPr>
            <p:ph type="pic" idx="12"/>
          </p:nvPr>
        </p:nvPicPr>
        <p:blipFill>
          <a:blip r:embed="rId1"/>
          <a:stretch>
            <a:fillRect/>
          </a:stretch>
        </p:blipFill>
        <p:spPr>
          <a:xfrm>
            <a:off x="615315" y="207645"/>
            <a:ext cx="11414125" cy="64020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2" descr="cart"/>
          <p:cNvPicPr>
            <a:picLocks noChangeAspect="1"/>
          </p:cNvPicPr>
          <p:nvPr>
            <p:ph type="pic" idx="12"/>
          </p:nvPr>
        </p:nvPicPr>
        <p:blipFill>
          <a:blip r:embed="rId1"/>
          <a:stretch>
            <a:fillRect/>
          </a:stretch>
        </p:blipFill>
        <p:spPr>
          <a:xfrm>
            <a:off x="529590" y="157480"/>
            <a:ext cx="11132820" cy="62617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4" descr="checkout"/>
          <p:cNvPicPr>
            <a:picLocks noChangeAspect="1"/>
          </p:cNvPicPr>
          <p:nvPr>
            <p:ph type="pic" idx="12"/>
          </p:nvPr>
        </p:nvPicPr>
        <p:blipFill>
          <a:blip r:embed="rId1"/>
          <a:stretch>
            <a:fillRect/>
          </a:stretch>
        </p:blipFill>
        <p:spPr>
          <a:xfrm>
            <a:off x="495935" y="135890"/>
            <a:ext cx="11156950" cy="6267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9" descr="admin panel"/>
          <p:cNvPicPr>
            <a:picLocks noChangeAspect="1"/>
          </p:cNvPicPr>
          <p:nvPr>
            <p:ph type="pic" idx="12"/>
          </p:nvPr>
        </p:nvPicPr>
        <p:blipFill>
          <a:blip r:embed="rId1"/>
          <a:stretch>
            <a:fillRect/>
          </a:stretch>
        </p:blipFill>
        <p:spPr>
          <a:xfrm>
            <a:off x="288290" y="206375"/>
            <a:ext cx="11794490" cy="62464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50" descr="publish"/>
          <p:cNvPicPr>
            <a:picLocks noChangeAspect="1"/>
          </p:cNvPicPr>
          <p:nvPr>
            <p:ph type="pic" idx="12"/>
          </p:nvPr>
        </p:nvPicPr>
        <p:blipFill>
          <a:blip r:embed="rId1"/>
          <a:stretch>
            <a:fillRect/>
          </a:stretch>
        </p:blipFill>
        <p:spPr>
          <a:xfrm>
            <a:off x="227965" y="196850"/>
            <a:ext cx="11823700" cy="62160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1" descr="search book"/>
          <p:cNvPicPr>
            <a:picLocks noChangeAspect="1"/>
          </p:cNvPicPr>
          <p:nvPr>
            <p:ph type="pic" idx="12"/>
          </p:nvPr>
        </p:nvPicPr>
        <p:blipFill>
          <a:blip r:embed="rId1"/>
          <a:stretch>
            <a:fillRect/>
          </a:stretch>
        </p:blipFill>
        <p:spPr>
          <a:xfrm>
            <a:off x="172085" y="160020"/>
            <a:ext cx="11847830" cy="63684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2190" y="2250440"/>
            <a:ext cx="5486400" cy="1668145"/>
          </a:xfrm>
          <a:prstGeom prst="rect">
            <a:avLst/>
          </a:prstGeom>
          <a:noFill/>
        </p:spPr>
        <p:txBody>
          <a:bodyPr wrap="none" lIns="91440" tIns="45720" rIns="91440" bIns="45720">
            <a:prstTxWarp prst="textDoubleWave1">
              <a:avLst>
                <a:gd name="adj1" fmla="val 6250"/>
                <a:gd name="adj2" fmla="val 6"/>
              </a:avLst>
            </a:prstTxWarp>
            <a:noAutofit/>
          </a:bodyPr>
          <a:lstStyle/>
          <a:p>
            <a:pPr algn="ctr"/>
            <a:r>
              <a:rPr lang="en-US" sz="8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75057" dist="38100" dir="5400000" sy="-20000" rotWithShape="0">
                    <a:prstClr val="black">
                      <a:alpha val="25000"/>
                    </a:prstClr>
                  </a:outerShdw>
                  <a:reflection blurRad="6350" stA="60000" endA="900" endPos="58000" dir="5400000" sy="-100000" algn="bl" rotWithShape="0"/>
                </a:effectLst>
                <a:latin typeface="Impact" panose="020B0806030902050204" charset="0"/>
                <a:cs typeface="Impact" panose="020B0806030902050204" charset="0"/>
              </a:rPr>
              <a:t>Than</a:t>
            </a:r>
            <a:r>
              <a:rPr lang="en-US" sz="8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75057" dist="38100" dir="5400000" sy="-20000" rotWithShape="0">
                    <a:prstClr val="black">
                      <a:alpha val="25000"/>
                    </a:prstClr>
                  </a:outerShdw>
                  <a:reflection blurRad="6350" stA="60000" endA="900" endPos="58000" dir="5400000" sy="-100000" algn="bl" rotWithShape="0"/>
                </a:effectLst>
                <a:latin typeface="Impact" panose="020B0806030902050204" charset="0"/>
                <a:cs typeface="Impact" panose="020B0806030902050204" charset="0"/>
                <a:sym typeface="+mn-ea"/>
              </a:rPr>
              <a:t>k </a:t>
            </a:r>
            <a:r>
              <a:rPr lang="en-US" sz="8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75057" dist="38100" dir="5400000" sy="-20000" rotWithShape="0">
                    <a:prstClr val="black">
                      <a:alpha val="25000"/>
                    </a:prstClr>
                  </a:outerShdw>
                  <a:reflection blurRad="6350" stA="60000" endA="900" endPos="58000" dir="5400000" sy="-100000" algn="bl" rotWithShape="0"/>
                </a:effectLst>
                <a:latin typeface="Impact" panose="020B0806030902050204" charset="0"/>
                <a:cs typeface="Impact" panose="020B0806030902050204" charset="0"/>
              </a:rPr>
              <a:t>You</a:t>
            </a:r>
            <a:endParaRPr lang="en-US" sz="8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75057" dist="38100" dir="5400000" sy="-20000" rotWithShape="0">
                  <a:prstClr val="black">
                    <a:alpha val="25000"/>
                  </a:prstClr>
                </a:outerShdw>
                <a:reflection blurRad="6350" stA="60000" endA="900" endPos="58000" dir="5400000" sy="-100000" algn="bl" rotWithShape="0"/>
              </a:effectLst>
              <a:latin typeface="Impact" panose="020B0806030902050204" charset="0"/>
              <a:cs typeface="Impact" panose="020B0806030902050204" charset="0"/>
            </a:endParaRPr>
          </a:p>
        </p:txBody>
      </p:sp>
    </p:spTree>
  </p:cSld>
  <p:clrMapOvr>
    <a:masterClrMapping/>
  </p:clrMapOvr>
</p:sld>
</file>

<file path=ppt/theme/theme1.xml><?xml version="1.0" encoding="utf-8"?>
<a:theme xmlns:a="http://schemas.openxmlformats.org/drawingml/2006/main" name="Cover and End Slide Master">
  <a:themeElements>
    <a:clrScheme name="ALLPPT-COLOR-145">
      <a:dk1>
        <a:sysClr val="windowText" lastClr="000000"/>
      </a:dk1>
      <a:lt1>
        <a:sysClr val="window" lastClr="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145">
      <a:dk1>
        <a:sysClr val="windowText" lastClr="000000"/>
      </a:dk1>
      <a:lt1>
        <a:sysClr val="window" lastClr="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145">
      <a:dk1>
        <a:sysClr val="windowText" lastClr="000000"/>
      </a:dk1>
      <a:lt1>
        <a:sysClr val="window" lastClr="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2138</Words>
  <Application>WPS Presentation</Application>
  <PresentationFormat>Widescreen</PresentationFormat>
  <Paragraphs>63</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17</vt:i4>
      </vt:variant>
    </vt:vector>
  </HeadingPairs>
  <TitlesOfParts>
    <vt:vector size="31" baseType="lpstr">
      <vt:lpstr>Arial</vt:lpstr>
      <vt:lpstr>SimSun</vt:lpstr>
      <vt:lpstr>Wingdings</vt:lpstr>
      <vt:lpstr>Cambria</vt:lpstr>
      <vt:lpstr>Calibri</vt:lpstr>
      <vt:lpstr>Times New Roman</vt:lpstr>
      <vt:lpstr>Calibri</vt:lpstr>
      <vt:lpstr>Impact</vt:lpstr>
      <vt:lpstr>Microsoft YaHei</vt:lpstr>
      <vt:lpstr>Arial Unicode MS</vt:lpstr>
      <vt:lpstr>Calibri Light</vt:lpstr>
      <vt:lpstr>Cover and End Slide Master</vt:lpstr>
      <vt:lpstr>Contents Slide Master</vt:lpstr>
      <vt:lpstr>Section Break Slide 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Mayuresh Suryavanshi</cp:lastModifiedBy>
  <cp:revision>145</cp:revision>
  <dcterms:created xsi:type="dcterms:W3CDTF">2020-01-20T05:08:00Z</dcterms:created>
  <dcterms:modified xsi:type="dcterms:W3CDTF">2025-02-12T04:52:19Z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EB68A63128FB4312BCDA85EF8E24A48D_12</vt:lpwstr>
  </property>
  <property fmtid="{D5CDD505-2E9C-101B-9397-08002B2CF9AE}" pid="3" name="KSOProductBuildVer">
    <vt:lpwstr>1033-12.2.0.19821</vt:lpwstr>
  </property>
</Properties>
</file>